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371/journal.pone.0324830" TargetMode="External"/><Relationship Id="rId2" Type="http://schemas.openxmlformats.org/officeDocument/2006/relationships/hyperlink" Target="https://doi.org/10.1109/TASLP.2024.3519814" TargetMode="External"/><Relationship Id="rId1" Type="http://schemas.openxmlformats.org/officeDocument/2006/relationships/hyperlink" Target="https://doi.org/10.1007/s42979-024-03340-z" TargetMode="External"/><Relationship Id="rId5" Type="http://schemas.openxmlformats.org/officeDocument/2006/relationships/hyperlink" Target="https://doi.org/10.3390/info16060440" TargetMode="External"/><Relationship Id="rId4" Type="http://schemas.openxmlformats.org/officeDocument/2006/relationships/hyperlink" Target="https://doi.org/10.1002/eng2.13077" TargetMode="External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371/journal.pone.0324830" TargetMode="External"/><Relationship Id="rId2" Type="http://schemas.openxmlformats.org/officeDocument/2006/relationships/hyperlink" Target="https://doi.org/10.1109/TASLP.2024.3519814" TargetMode="External"/><Relationship Id="rId1" Type="http://schemas.openxmlformats.org/officeDocument/2006/relationships/hyperlink" Target="https://doi.org/10.1007/s42979-024-03340-z" TargetMode="External"/><Relationship Id="rId5" Type="http://schemas.openxmlformats.org/officeDocument/2006/relationships/hyperlink" Target="https://doi.org/10.3390/info16060440" TargetMode="External"/><Relationship Id="rId4" Type="http://schemas.openxmlformats.org/officeDocument/2006/relationships/hyperlink" Target="https://doi.org/10.1002/eng2.13077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C370A1-1FED-4ACF-948F-A93C4D5FDBB0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B54E67F-80A1-438F-8293-193AE58FE4F0}">
      <dgm:prSet/>
      <dgm:spPr/>
      <dgm:t>
        <a:bodyPr/>
        <a:lstStyle/>
        <a:p>
          <a:r>
            <a:rPr lang="en-US"/>
            <a:t>Most current literature about machine translation is concerned with LLMs, but it should still generally apply, with some exceptions.</a:t>
          </a:r>
        </a:p>
      </dgm:t>
    </dgm:pt>
    <dgm:pt modelId="{14375CCE-4138-4394-901E-F50F3A990736}" type="parTrans" cxnId="{8CFE1203-D87B-46C2-B255-5AD6E31818A1}">
      <dgm:prSet/>
      <dgm:spPr/>
      <dgm:t>
        <a:bodyPr/>
        <a:lstStyle/>
        <a:p>
          <a:endParaRPr lang="en-US"/>
        </a:p>
      </dgm:t>
    </dgm:pt>
    <dgm:pt modelId="{CEF13930-A5BF-43B9-A0BF-714E40393230}" type="sibTrans" cxnId="{8CFE1203-D87B-46C2-B255-5AD6E31818A1}">
      <dgm:prSet/>
      <dgm:spPr/>
      <dgm:t>
        <a:bodyPr/>
        <a:lstStyle/>
        <a:p>
          <a:endParaRPr lang="en-US"/>
        </a:p>
      </dgm:t>
    </dgm:pt>
    <dgm:pt modelId="{D51E075E-DC94-488B-81E6-E20057F16208}">
      <dgm:prSet/>
      <dgm:spPr/>
      <dgm:t>
        <a:bodyPr/>
        <a:lstStyle/>
        <a:p>
          <a:r>
            <a:rPr lang="en-US"/>
            <a:t>Machine translation struggles more with languages in different language groups (Mohammed, 2025).</a:t>
          </a:r>
        </a:p>
      </dgm:t>
    </dgm:pt>
    <dgm:pt modelId="{4034AF89-E3A2-4B7C-9F91-B756B50CC8C9}" type="parTrans" cxnId="{12882EE5-4B00-438F-A1C3-4B4976DEFE06}">
      <dgm:prSet/>
      <dgm:spPr/>
      <dgm:t>
        <a:bodyPr/>
        <a:lstStyle/>
        <a:p>
          <a:endParaRPr lang="en-US"/>
        </a:p>
      </dgm:t>
    </dgm:pt>
    <dgm:pt modelId="{7763A269-DD91-4574-B4A1-17B6299F2A9A}" type="sibTrans" cxnId="{12882EE5-4B00-438F-A1C3-4B4976DEFE06}">
      <dgm:prSet/>
      <dgm:spPr/>
      <dgm:t>
        <a:bodyPr/>
        <a:lstStyle/>
        <a:p>
          <a:endParaRPr lang="en-US"/>
        </a:p>
      </dgm:t>
    </dgm:pt>
    <dgm:pt modelId="{DC9BFA32-B1DE-483D-A530-F8A4BCA0925C}">
      <dgm:prSet/>
      <dgm:spPr/>
      <dgm:t>
        <a:bodyPr/>
        <a:lstStyle/>
        <a:p>
          <a:r>
            <a:rPr lang="en-US"/>
            <a:t>Machine translation sometimes ignores universal principles of translation, most notably simplification (Jiang, 2025).</a:t>
          </a:r>
        </a:p>
      </dgm:t>
    </dgm:pt>
    <dgm:pt modelId="{93EF960C-F47A-4141-9BD6-7F7BB6D9B7A0}" type="parTrans" cxnId="{E375F52A-FEB3-4E4C-9869-B24ED36D73A4}">
      <dgm:prSet/>
      <dgm:spPr/>
      <dgm:t>
        <a:bodyPr/>
        <a:lstStyle/>
        <a:p>
          <a:endParaRPr lang="en-US"/>
        </a:p>
      </dgm:t>
    </dgm:pt>
    <dgm:pt modelId="{61D87221-13A9-4119-9A71-C2508DA8484E}" type="sibTrans" cxnId="{E375F52A-FEB3-4E4C-9869-B24ED36D73A4}">
      <dgm:prSet/>
      <dgm:spPr/>
      <dgm:t>
        <a:bodyPr/>
        <a:lstStyle/>
        <a:p>
          <a:endParaRPr lang="en-US"/>
        </a:p>
      </dgm:t>
    </dgm:pt>
    <dgm:pt modelId="{244E6C14-77EB-4162-A374-14C65DE38342}">
      <dgm:prSet/>
      <dgm:spPr/>
      <dgm:t>
        <a:bodyPr/>
        <a:lstStyle/>
        <a:p>
          <a:r>
            <a:rPr lang="en-US"/>
            <a:t>When covering issues with machine translation models, it is important to avoid prompts with significant user error (Ji, et al., 2025).</a:t>
          </a:r>
        </a:p>
      </dgm:t>
    </dgm:pt>
    <dgm:pt modelId="{5171FE4B-A830-43B4-A36F-8CEF687DBD78}" type="parTrans" cxnId="{74708475-8953-41D6-9EE3-F49E120208EB}">
      <dgm:prSet/>
      <dgm:spPr/>
      <dgm:t>
        <a:bodyPr/>
        <a:lstStyle/>
        <a:p>
          <a:endParaRPr lang="en-US"/>
        </a:p>
      </dgm:t>
    </dgm:pt>
    <dgm:pt modelId="{D410C6C7-17E2-4EC4-8057-67F70F55EDDA}" type="sibTrans" cxnId="{74708475-8953-41D6-9EE3-F49E120208EB}">
      <dgm:prSet/>
      <dgm:spPr/>
      <dgm:t>
        <a:bodyPr/>
        <a:lstStyle/>
        <a:p>
          <a:endParaRPr lang="en-US"/>
        </a:p>
      </dgm:t>
    </dgm:pt>
    <dgm:pt modelId="{70E98588-E2EF-4AE4-B8DF-A57A0946E2C0}" type="pres">
      <dgm:prSet presAssocID="{E9C370A1-1FED-4ACF-948F-A93C4D5FDBB0}" presName="linear" presStyleCnt="0">
        <dgm:presLayoutVars>
          <dgm:animLvl val="lvl"/>
          <dgm:resizeHandles val="exact"/>
        </dgm:presLayoutVars>
      </dgm:prSet>
      <dgm:spPr/>
    </dgm:pt>
    <dgm:pt modelId="{E5CC0BC8-13B3-4CB1-B314-A7BF3168E3F4}" type="pres">
      <dgm:prSet presAssocID="{9B54E67F-80A1-438F-8293-193AE58FE4F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F20E7B7-B944-47B5-8E53-8121A772E070}" type="pres">
      <dgm:prSet presAssocID="{CEF13930-A5BF-43B9-A0BF-714E40393230}" presName="spacer" presStyleCnt="0"/>
      <dgm:spPr/>
    </dgm:pt>
    <dgm:pt modelId="{8520D813-AE91-4A7A-AA6C-3E6A263E78ED}" type="pres">
      <dgm:prSet presAssocID="{D51E075E-DC94-488B-81E6-E20057F1620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85CE45E-76A0-4A32-B3C5-D7C1312EC2A7}" type="pres">
      <dgm:prSet presAssocID="{7763A269-DD91-4574-B4A1-17B6299F2A9A}" presName="spacer" presStyleCnt="0"/>
      <dgm:spPr/>
    </dgm:pt>
    <dgm:pt modelId="{5BF19E1B-0FE7-40B5-B726-3CBD4E14DE68}" type="pres">
      <dgm:prSet presAssocID="{DC9BFA32-B1DE-483D-A530-F8A4BCA0925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FE09A75-24F8-4B3C-BC0C-A6782D4DD727}" type="pres">
      <dgm:prSet presAssocID="{61D87221-13A9-4119-9A71-C2508DA8484E}" presName="spacer" presStyleCnt="0"/>
      <dgm:spPr/>
    </dgm:pt>
    <dgm:pt modelId="{E15140E1-CBD6-433C-9933-FF66E53E4D11}" type="pres">
      <dgm:prSet presAssocID="{244E6C14-77EB-4162-A374-14C65DE3834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CFE1203-D87B-46C2-B255-5AD6E31818A1}" srcId="{E9C370A1-1FED-4ACF-948F-A93C4D5FDBB0}" destId="{9B54E67F-80A1-438F-8293-193AE58FE4F0}" srcOrd="0" destOrd="0" parTransId="{14375CCE-4138-4394-901E-F50F3A990736}" sibTransId="{CEF13930-A5BF-43B9-A0BF-714E40393230}"/>
    <dgm:cxn modelId="{E9503C04-2C52-4291-BACE-3B698FD7C0AC}" type="presOf" srcId="{DC9BFA32-B1DE-483D-A530-F8A4BCA0925C}" destId="{5BF19E1B-0FE7-40B5-B726-3CBD4E14DE68}" srcOrd="0" destOrd="0" presId="urn:microsoft.com/office/officeart/2005/8/layout/vList2"/>
    <dgm:cxn modelId="{E375F52A-FEB3-4E4C-9869-B24ED36D73A4}" srcId="{E9C370A1-1FED-4ACF-948F-A93C4D5FDBB0}" destId="{DC9BFA32-B1DE-483D-A530-F8A4BCA0925C}" srcOrd="2" destOrd="0" parTransId="{93EF960C-F47A-4141-9BD6-7F7BB6D9B7A0}" sibTransId="{61D87221-13A9-4119-9A71-C2508DA8484E}"/>
    <dgm:cxn modelId="{463D1651-2396-40A4-8274-A801A37BDC5E}" type="presOf" srcId="{E9C370A1-1FED-4ACF-948F-A93C4D5FDBB0}" destId="{70E98588-E2EF-4AE4-B8DF-A57A0946E2C0}" srcOrd="0" destOrd="0" presId="urn:microsoft.com/office/officeart/2005/8/layout/vList2"/>
    <dgm:cxn modelId="{74708475-8953-41D6-9EE3-F49E120208EB}" srcId="{E9C370A1-1FED-4ACF-948F-A93C4D5FDBB0}" destId="{244E6C14-77EB-4162-A374-14C65DE38342}" srcOrd="3" destOrd="0" parTransId="{5171FE4B-A830-43B4-A36F-8CEF687DBD78}" sibTransId="{D410C6C7-17E2-4EC4-8057-67F70F55EDDA}"/>
    <dgm:cxn modelId="{DD0D7C57-2814-4E3E-8C2C-4431F4613D6C}" type="presOf" srcId="{244E6C14-77EB-4162-A374-14C65DE38342}" destId="{E15140E1-CBD6-433C-9933-FF66E53E4D11}" srcOrd="0" destOrd="0" presId="urn:microsoft.com/office/officeart/2005/8/layout/vList2"/>
    <dgm:cxn modelId="{68328BC8-F3ED-42A2-A02C-1C2443720C5C}" type="presOf" srcId="{9B54E67F-80A1-438F-8293-193AE58FE4F0}" destId="{E5CC0BC8-13B3-4CB1-B314-A7BF3168E3F4}" srcOrd="0" destOrd="0" presId="urn:microsoft.com/office/officeart/2005/8/layout/vList2"/>
    <dgm:cxn modelId="{7E7225D4-3D74-4934-B611-720A67D92A1F}" type="presOf" srcId="{D51E075E-DC94-488B-81E6-E20057F16208}" destId="{8520D813-AE91-4A7A-AA6C-3E6A263E78ED}" srcOrd="0" destOrd="0" presId="urn:microsoft.com/office/officeart/2005/8/layout/vList2"/>
    <dgm:cxn modelId="{12882EE5-4B00-438F-A1C3-4B4976DEFE06}" srcId="{E9C370A1-1FED-4ACF-948F-A93C4D5FDBB0}" destId="{D51E075E-DC94-488B-81E6-E20057F16208}" srcOrd="1" destOrd="0" parTransId="{4034AF89-E3A2-4B7C-9F91-B756B50CC8C9}" sibTransId="{7763A269-DD91-4574-B4A1-17B6299F2A9A}"/>
    <dgm:cxn modelId="{D573B6C2-FDBB-4726-A4D6-0EC839812FB4}" type="presParOf" srcId="{70E98588-E2EF-4AE4-B8DF-A57A0946E2C0}" destId="{E5CC0BC8-13B3-4CB1-B314-A7BF3168E3F4}" srcOrd="0" destOrd="0" presId="urn:microsoft.com/office/officeart/2005/8/layout/vList2"/>
    <dgm:cxn modelId="{D1BCD053-05B3-44F7-8819-68FF674538AD}" type="presParOf" srcId="{70E98588-E2EF-4AE4-B8DF-A57A0946E2C0}" destId="{FF20E7B7-B944-47B5-8E53-8121A772E070}" srcOrd="1" destOrd="0" presId="urn:microsoft.com/office/officeart/2005/8/layout/vList2"/>
    <dgm:cxn modelId="{61B43415-3869-4B1C-BC43-EDB0C6951107}" type="presParOf" srcId="{70E98588-E2EF-4AE4-B8DF-A57A0946E2C0}" destId="{8520D813-AE91-4A7A-AA6C-3E6A263E78ED}" srcOrd="2" destOrd="0" presId="urn:microsoft.com/office/officeart/2005/8/layout/vList2"/>
    <dgm:cxn modelId="{D3046727-43D3-4EDD-9FDC-97CB2F54F9F8}" type="presParOf" srcId="{70E98588-E2EF-4AE4-B8DF-A57A0946E2C0}" destId="{485CE45E-76A0-4A32-B3C5-D7C1312EC2A7}" srcOrd="3" destOrd="0" presId="urn:microsoft.com/office/officeart/2005/8/layout/vList2"/>
    <dgm:cxn modelId="{9ECFBB21-8802-43A7-BCC7-BAE8FE4E92FF}" type="presParOf" srcId="{70E98588-E2EF-4AE4-B8DF-A57A0946E2C0}" destId="{5BF19E1B-0FE7-40B5-B726-3CBD4E14DE68}" srcOrd="4" destOrd="0" presId="urn:microsoft.com/office/officeart/2005/8/layout/vList2"/>
    <dgm:cxn modelId="{76025747-288D-45DD-92FD-56A3129CF619}" type="presParOf" srcId="{70E98588-E2EF-4AE4-B8DF-A57A0946E2C0}" destId="{6FE09A75-24F8-4B3C-BC0C-A6782D4DD727}" srcOrd="5" destOrd="0" presId="urn:microsoft.com/office/officeart/2005/8/layout/vList2"/>
    <dgm:cxn modelId="{9C61C1DE-130E-43EF-A522-1A2AF596112E}" type="presParOf" srcId="{70E98588-E2EF-4AE4-B8DF-A57A0946E2C0}" destId="{E15140E1-CBD6-433C-9933-FF66E53E4D1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03EB93-4DFA-4DCA-8DE2-1435906ED212}" type="doc">
      <dgm:prSet loTypeId="urn:microsoft.com/office/officeart/2017/3/layout/HorizontalLabelsTimeline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19C0C57-0670-4B01-8920-D586FFD4FB89}">
      <dgm:prSet/>
      <dgm:spPr/>
      <dgm:t>
        <a:bodyPr/>
        <a:lstStyle/>
        <a:p>
          <a:pPr>
            <a:defRPr b="1"/>
          </a:pPr>
          <a:r>
            <a:rPr lang="en-US"/>
            <a:t>Today</a:t>
          </a:r>
        </a:p>
      </dgm:t>
    </dgm:pt>
    <dgm:pt modelId="{BC52B1CC-7065-4045-9860-4BE27AF5E0F2}" type="parTrans" cxnId="{3C857BDB-F983-4244-B3C6-FE94756E91C9}">
      <dgm:prSet/>
      <dgm:spPr/>
      <dgm:t>
        <a:bodyPr/>
        <a:lstStyle/>
        <a:p>
          <a:endParaRPr lang="en-US"/>
        </a:p>
      </dgm:t>
    </dgm:pt>
    <dgm:pt modelId="{256C6A11-918C-499B-BD7D-2487EEB57B18}" type="sibTrans" cxnId="{3C857BDB-F983-4244-B3C6-FE94756E91C9}">
      <dgm:prSet/>
      <dgm:spPr/>
      <dgm:t>
        <a:bodyPr/>
        <a:lstStyle/>
        <a:p>
          <a:endParaRPr lang="en-US"/>
        </a:p>
      </dgm:t>
    </dgm:pt>
    <dgm:pt modelId="{5E518B56-9CB0-41EE-84D7-52FDCAF9FA40}">
      <dgm:prSet/>
      <dgm:spPr/>
      <dgm:t>
        <a:bodyPr/>
        <a:lstStyle/>
        <a:p>
          <a:r>
            <a:rPr lang="en-US"/>
            <a:t>Presentation</a:t>
          </a:r>
        </a:p>
      </dgm:t>
    </dgm:pt>
    <dgm:pt modelId="{B2C84E33-CDB1-45BF-ACAC-C7EEBDD17523}" type="parTrans" cxnId="{1ABC513B-04A5-42A5-AC7F-EB6D10FE8F29}">
      <dgm:prSet/>
      <dgm:spPr/>
      <dgm:t>
        <a:bodyPr/>
        <a:lstStyle/>
        <a:p>
          <a:endParaRPr lang="en-US"/>
        </a:p>
      </dgm:t>
    </dgm:pt>
    <dgm:pt modelId="{143A48BF-256E-4504-B705-8451AFA91101}" type="sibTrans" cxnId="{1ABC513B-04A5-42A5-AC7F-EB6D10FE8F29}">
      <dgm:prSet/>
      <dgm:spPr/>
      <dgm:t>
        <a:bodyPr/>
        <a:lstStyle/>
        <a:p>
          <a:endParaRPr lang="en-US"/>
        </a:p>
      </dgm:t>
    </dgm:pt>
    <dgm:pt modelId="{DD99CFDE-512D-4E27-BD65-9CAFD92ACDBC}">
      <dgm:prSet/>
      <dgm:spPr/>
      <dgm:t>
        <a:bodyPr/>
        <a:lstStyle/>
        <a:p>
          <a:pPr>
            <a:defRPr b="1"/>
          </a:pPr>
          <a:r>
            <a:rPr lang="en-US"/>
            <a:t>9 Oct.</a:t>
          </a:r>
        </a:p>
      </dgm:t>
    </dgm:pt>
    <dgm:pt modelId="{4FD1A877-095C-4BD4-B634-95CFCAC0B94B}" type="parTrans" cxnId="{4E31A370-5353-4A61-9562-BAC4724FB639}">
      <dgm:prSet/>
      <dgm:spPr/>
      <dgm:t>
        <a:bodyPr/>
        <a:lstStyle/>
        <a:p>
          <a:endParaRPr lang="en-US"/>
        </a:p>
      </dgm:t>
    </dgm:pt>
    <dgm:pt modelId="{39A86250-D5E7-4F49-90FE-4FF5DADE0DAC}" type="sibTrans" cxnId="{4E31A370-5353-4A61-9562-BAC4724FB639}">
      <dgm:prSet/>
      <dgm:spPr/>
      <dgm:t>
        <a:bodyPr/>
        <a:lstStyle/>
        <a:p>
          <a:endParaRPr lang="en-US"/>
        </a:p>
      </dgm:t>
    </dgm:pt>
    <dgm:pt modelId="{AC55B026-5535-4D3A-83DB-13E1DEDB6748}">
      <dgm:prSet/>
      <dgm:spPr/>
      <dgm:t>
        <a:bodyPr/>
        <a:lstStyle/>
        <a:p>
          <a:r>
            <a:rPr lang="en-US"/>
            <a:t>Issue identification &amp; selection</a:t>
          </a:r>
        </a:p>
      </dgm:t>
    </dgm:pt>
    <dgm:pt modelId="{DAC5E579-EB0C-4631-9779-3AEDFED04ECF}" type="parTrans" cxnId="{31200551-F2B2-4E26-88FB-D844A8E1A2DA}">
      <dgm:prSet/>
      <dgm:spPr/>
      <dgm:t>
        <a:bodyPr/>
        <a:lstStyle/>
        <a:p>
          <a:endParaRPr lang="en-US"/>
        </a:p>
      </dgm:t>
    </dgm:pt>
    <dgm:pt modelId="{EA10860F-9761-4242-BD8F-C46FB99A9F6B}" type="sibTrans" cxnId="{31200551-F2B2-4E26-88FB-D844A8E1A2DA}">
      <dgm:prSet/>
      <dgm:spPr/>
      <dgm:t>
        <a:bodyPr/>
        <a:lstStyle/>
        <a:p>
          <a:endParaRPr lang="en-US"/>
        </a:p>
      </dgm:t>
    </dgm:pt>
    <dgm:pt modelId="{BB0A701D-EEA3-4737-8CBE-B1F1C7280A13}">
      <dgm:prSet/>
      <dgm:spPr/>
      <dgm:t>
        <a:bodyPr/>
        <a:lstStyle/>
        <a:p>
          <a:pPr>
            <a:defRPr b="1"/>
          </a:pPr>
          <a:r>
            <a:rPr lang="en-US"/>
            <a:t>23 Oct.</a:t>
          </a:r>
        </a:p>
      </dgm:t>
    </dgm:pt>
    <dgm:pt modelId="{3866CCD7-9049-4676-BBAE-84B0081A4417}" type="parTrans" cxnId="{844FB9EC-9770-4F26-B1EF-189769729FC1}">
      <dgm:prSet/>
      <dgm:spPr/>
      <dgm:t>
        <a:bodyPr/>
        <a:lstStyle/>
        <a:p>
          <a:endParaRPr lang="en-US"/>
        </a:p>
      </dgm:t>
    </dgm:pt>
    <dgm:pt modelId="{BA10C14A-168F-4F22-98A2-6B1D96FA157B}" type="sibTrans" cxnId="{844FB9EC-9770-4F26-B1EF-189769729FC1}">
      <dgm:prSet/>
      <dgm:spPr/>
      <dgm:t>
        <a:bodyPr/>
        <a:lstStyle/>
        <a:p>
          <a:endParaRPr lang="en-US"/>
        </a:p>
      </dgm:t>
    </dgm:pt>
    <dgm:pt modelId="{6430A070-3E83-4C47-81A2-523CF938BB92}">
      <dgm:prSet/>
      <dgm:spPr/>
      <dgm:t>
        <a:bodyPr/>
        <a:lstStyle/>
        <a:p>
          <a:r>
            <a:rPr lang="en-US"/>
            <a:t>Data visualization &amp; partial demonstration</a:t>
          </a:r>
        </a:p>
      </dgm:t>
    </dgm:pt>
    <dgm:pt modelId="{1448E4C8-1E0C-4A4A-864A-DC767E5DDC17}" type="parTrans" cxnId="{ABD3F93C-501C-4598-9654-C9ECF5F2EA7F}">
      <dgm:prSet/>
      <dgm:spPr/>
      <dgm:t>
        <a:bodyPr/>
        <a:lstStyle/>
        <a:p>
          <a:endParaRPr lang="en-US"/>
        </a:p>
      </dgm:t>
    </dgm:pt>
    <dgm:pt modelId="{FECD3874-D7D4-4B3B-BF32-CDCFE969BA47}" type="sibTrans" cxnId="{ABD3F93C-501C-4598-9654-C9ECF5F2EA7F}">
      <dgm:prSet/>
      <dgm:spPr/>
      <dgm:t>
        <a:bodyPr/>
        <a:lstStyle/>
        <a:p>
          <a:endParaRPr lang="en-US"/>
        </a:p>
      </dgm:t>
    </dgm:pt>
    <dgm:pt modelId="{6E7411DA-28FB-4F22-840A-02FE995BAAAB}">
      <dgm:prSet/>
      <dgm:spPr/>
      <dgm:t>
        <a:bodyPr/>
        <a:lstStyle/>
        <a:p>
          <a:pPr>
            <a:defRPr b="1"/>
          </a:pPr>
          <a:r>
            <a:rPr lang="en-US"/>
            <a:t>20 Nov.</a:t>
          </a:r>
        </a:p>
      </dgm:t>
    </dgm:pt>
    <dgm:pt modelId="{823C767A-5C86-4250-84AF-5E03FADDD102}" type="parTrans" cxnId="{E980C740-44D3-4F60-A598-91EC52B9E681}">
      <dgm:prSet/>
      <dgm:spPr/>
      <dgm:t>
        <a:bodyPr/>
        <a:lstStyle/>
        <a:p>
          <a:endParaRPr lang="en-US"/>
        </a:p>
      </dgm:t>
    </dgm:pt>
    <dgm:pt modelId="{96A6105C-46FD-4C5C-AC48-6D4FA20C1000}" type="sibTrans" cxnId="{E980C740-44D3-4F60-A598-91EC52B9E681}">
      <dgm:prSet/>
      <dgm:spPr/>
      <dgm:t>
        <a:bodyPr/>
        <a:lstStyle/>
        <a:p>
          <a:endParaRPr lang="en-US"/>
        </a:p>
      </dgm:t>
    </dgm:pt>
    <dgm:pt modelId="{F9350E26-AC8F-4F97-839B-41FED522F4E0}">
      <dgm:prSet/>
      <dgm:spPr/>
      <dgm:t>
        <a:bodyPr/>
        <a:lstStyle/>
        <a:p>
          <a:r>
            <a:rPr lang="en-US"/>
            <a:t>Completed model fine-tuning &amp; demonstration</a:t>
          </a:r>
        </a:p>
      </dgm:t>
    </dgm:pt>
    <dgm:pt modelId="{EF27A0A7-26BA-49CE-9FE6-314C8FC247A0}" type="parTrans" cxnId="{D66855ED-F87E-44E3-AAC9-2AF23014EB57}">
      <dgm:prSet/>
      <dgm:spPr/>
      <dgm:t>
        <a:bodyPr/>
        <a:lstStyle/>
        <a:p>
          <a:endParaRPr lang="en-US"/>
        </a:p>
      </dgm:t>
    </dgm:pt>
    <dgm:pt modelId="{639D9CB6-9957-4044-9A03-0256D3DB0292}" type="sibTrans" cxnId="{D66855ED-F87E-44E3-AAC9-2AF23014EB57}">
      <dgm:prSet/>
      <dgm:spPr/>
      <dgm:t>
        <a:bodyPr/>
        <a:lstStyle/>
        <a:p>
          <a:endParaRPr lang="en-US"/>
        </a:p>
      </dgm:t>
    </dgm:pt>
    <dgm:pt modelId="{3CB80CAF-4F23-456C-9EC4-62870108434B}">
      <dgm:prSet/>
      <dgm:spPr/>
      <dgm:t>
        <a:bodyPr/>
        <a:lstStyle/>
        <a:p>
          <a:pPr>
            <a:defRPr b="1"/>
          </a:pPr>
          <a:r>
            <a:rPr lang="en-US"/>
            <a:t>10 Dec.</a:t>
          </a:r>
        </a:p>
      </dgm:t>
    </dgm:pt>
    <dgm:pt modelId="{B1DF6CC0-0683-4AA7-8A3F-B4D3D5ACD2D1}" type="parTrans" cxnId="{C75ED8CB-A666-45E0-A0FE-E143084DC2FB}">
      <dgm:prSet/>
      <dgm:spPr/>
      <dgm:t>
        <a:bodyPr/>
        <a:lstStyle/>
        <a:p>
          <a:endParaRPr lang="en-US"/>
        </a:p>
      </dgm:t>
    </dgm:pt>
    <dgm:pt modelId="{30906D69-1545-4F8E-8AC7-7728037DBFF5}" type="sibTrans" cxnId="{C75ED8CB-A666-45E0-A0FE-E143084DC2FB}">
      <dgm:prSet/>
      <dgm:spPr/>
      <dgm:t>
        <a:bodyPr/>
        <a:lstStyle/>
        <a:p>
          <a:endParaRPr lang="en-US"/>
        </a:p>
      </dgm:t>
    </dgm:pt>
    <dgm:pt modelId="{98E8167E-67F2-439C-A207-E21ADFB22BA5}">
      <dgm:prSet/>
      <dgm:spPr/>
      <dgm:t>
        <a:bodyPr/>
        <a:lstStyle/>
        <a:p>
          <a:r>
            <a:rPr lang="en-US"/>
            <a:t>Presentation &amp; report</a:t>
          </a:r>
        </a:p>
      </dgm:t>
    </dgm:pt>
    <dgm:pt modelId="{F0DBD179-F4CA-46EE-A565-69BF35408977}" type="parTrans" cxnId="{9F514287-B316-4E84-BD6C-7BE9388C8F30}">
      <dgm:prSet/>
      <dgm:spPr/>
      <dgm:t>
        <a:bodyPr/>
        <a:lstStyle/>
        <a:p>
          <a:endParaRPr lang="en-US"/>
        </a:p>
      </dgm:t>
    </dgm:pt>
    <dgm:pt modelId="{F904A5C1-31F4-4D0B-86FC-1789F32187FA}" type="sibTrans" cxnId="{9F514287-B316-4E84-BD6C-7BE9388C8F30}">
      <dgm:prSet/>
      <dgm:spPr/>
      <dgm:t>
        <a:bodyPr/>
        <a:lstStyle/>
        <a:p>
          <a:endParaRPr lang="en-US"/>
        </a:p>
      </dgm:t>
    </dgm:pt>
    <dgm:pt modelId="{DF4B203B-62CC-4499-8708-00D860E6CFD9}" type="pres">
      <dgm:prSet presAssocID="{4003EB93-4DFA-4DCA-8DE2-1435906ED212}" presName="root" presStyleCnt="0">
        <dgm:presLayoutVars>
          <dgm:chMax/>
          <dgm:chPref/>
          <dgm:animLvl val="lvl"/>
        </dgm:presLayoutVars>
      </dgm:prSet>
      <dgm:spPr/>
    </dgm:pt>
    <dgm:pt modelId="{61378081-8BCA-475B-BCC8-0272A70895C4}" type="pres">
      <dgm:prSet presAssocID="{4003EB93-4DFA-4DCA-8DE2-1435906ED212}" presName="divider" presStyleLbl="fgAcc1" presStyleIdx="0" presStyleCnt="1"/>
      <dgm:spPr/>
    </dgm:pt>
    <dgm:pt modelId="{DA4E1683-69D0-41D8-8CBB-747F2DCFB071}" type="pres">
      <dgm:prSet presAssocID="{4003EB93-4DFA-4DCA-8DE2-1435906ED212}" presName="nodes" presStyleCnt="0">
        <dgm:presLayoutVars>
          <dgm:chMax/>
          <dgm:chPref/>
          <dgm:animLvl val="lvl"/>
        </dgm:presLayoutVars>
      </dgm:prSet>
      <dgm:spPr/>
    </dgm:pt>
    <dgm:pt modelId="{46C2C652-8DED-4C37-97F9-8776167A1AE3}" type="pres">
      <dgm:prSet presAssocID="{019C0C57-0670-4B01-8920-D586FFD4FB89}" presName="composite" presStyleCnt="0"/>
      <dgm:spPr/>
    </dgm:pt>
    <dgm:pt modelId="{ABF47C59-349A-4C6B-8689-04C853ECE1E9}" type="pres">
      <dgm:prSet presAssocID="{019C0C57-0670-4B01-8920-D586FFD4FB89}" presName="L1TextContainer" presStyleLbl="alignNode1" presStyleIdx="0" presStyleCnt="5">
        <dgm:presLayoutVars>
          <dgm:chMax val="1"/>
          <dgm:chPref val="1"/>
          <dgm:bulletEnabled val="1"/>
        </dgm:presLayoutVars>
      </dgm:prSet>
      <dgm:spPr/>
    </dgm:pt>
    <dgm:pt modelId="{B3BA6BD6-283C-4A05-8A84-6045E75C20C3}" type="pres">
      <dgm:prSet presAssocID="{019C0C57-0670-4B01-8920-D586FFD4FB89}" presName="L2TextContainerWrapper" presStyleCnt="0">
        <dgm:presLayoutVars>
          <dgm:bulletEnabled val="1"/>
        </dgm:presLayoutVars>
      </dgm:prSet>
      <dgm:spPr/>
    </dgm:pt>
    <dgm:pt modelId="{80C0129D-4BA3-4A62-9570-AC6855E61102}" type="pres">
      <dgm:prSet presAssocID="{019C0C57-0670-4B01-8920-D586FFD4FB89}" presName="L2TextContainer" presStyleLbl="bgAccFollowNode1" presStyleIdx="0" presStyleCnt="5"/>
      <dgm:spPr/>
    </dgm:pt>
    <dgm:pt modelId="{BADDBBE7-5BCF-4AA3-9225-A2F7C97BA69C}" type="pres">
      <dgm:prSet presAssocID="{019C0C57-0670-4B01-8920-D586FFD4FB89}" presName="FlexibleEmptyPlaceHolder" presStyleCnt="0"/>
      <dgm:spPr/>
    </dgm:pt>
    <dgm:pt modelId="{16F9D3B3-BC95-4B94-82ED-8FD81B0543C3}" type="pres">
      <dgm:prSet presAssocID="{019C0C57-0670-4B01-8920-D586FFD4FB89}" presName="ConnectLine" presStyleLbl="sibTrans1D1" presStyleIdx="0" presStyleCnt="5"/>
      <dgm:spPr/>
    </dgm:pt>
    <dgm:pt modelId="{3BE7D44C-8D33-4A2B-BCD0-31CB88FC4EAE}" type="pres">
      <dgm:prSet presAssocID="{019C0C57-0670-4B01-8920-D586FFD4FB89}" presName="ConnectorPoint" presStyleLbl="node1" presStyleIdx="0" presStyleCnt="5"/>
      <dgm:spPr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>
          <a:noFill/>
        </a:ln>
        <a:effectLst/>
      </dgm:spPr>
    </dgm:pt>
    <dgm:pt modelId="{E5D47E4F-7483-4BAA-9E3D-38F6B80FD2D0}" type="pres">
      <dgm:prSet presAssocID="{019C0C57-0670-4B01-8920-D586FFD4FB89}" presName="EmptyPlaceHolder" presStyleCnt="0"/>
      <dgm:spPr/>
    </dgm:pt>
    <dgm:pt modelId="{6F5BEB5C-67AA-49FA-BF28-550F8ECC817F}" type="pres">
      <dgm:prSet presAssocID="{256C6A11-918C-499B-BD7D-2487EEB57B18}" presName="spaceBetweenRectangles" presStyleCnt="0"/>
      <dgm:spPr/>
    </dgm:pt>
    <dgm:pt modelId="{B8016B06-E4B5-40EC-91B7-F465B5DAF2F8}" type="pres">
      <dgm:prSet presAssocID="{DD99CFDE-512D-4E27-BD65-9CAFD92ACDBC}" presName="composite" presStyleCnt="0"/>
      <dgm:spPr/>
    </dgm:pt>
    <dgm:pt modelId="{DA89B252-0C5A-4461-9945-E7EF666F6EA7}" type="pres">
      <dgm:prSet presAssocID="{DD99CFDE-512D-4E27-BD65-9CAFD92ACDBC}" presName="L1TextContainer" presStyleLbl="alignNode1" presStyleIdx="1" presStyleCnt="5">
        <dgm:presLayoutVars>
          <dgm:chMax val="1"/>
          <dgm:chPref val="1"/>
          <dgm:bulletEnabled val="1"/>
        </dgm:presLayoutVars>
      </dgm:prSet>
      <dgm:spPr/>
    </dgm:pt>
    <dgm:pt modelId="{481379DB-FC73-4F34-9D40-CED30035B376}" type="pres">
      <dgm:prSet presAssocID="{DD99CFDE-512D-4E27-BD65-9CAFD92ACDBC}" presName="L2TextContainerWrapper" presStyleCnt="0">
        <dgm:presLayoutVars>
          <dgm:bulletEnabled val="1"/>
        </dgm:presLayoutVars>
      </dgm:prSet>
      <dgm:spPr/>
    </dgm:pt>
    <dgm:pt modelId="{0469682A-1E7F-4FD7-8F0B-358A33881298}" type="pres">
      <dgm:prSet presAssocID="{DD99CFDE-512D-4E27-BD65-9CAFD92ACDBC}" presName="L2TextContainer" presStyleLbl="bgAccFollowNode1" presStyleIdx="1" presStyleCnt="5"/>
      <dgm:spPr/>
    </dgm:pt>
    <dgm:pt modelId="{5307125C-97C0-4A55-B4AC-79C10DD72B0F}" type="pres">
      <dgm:prSet presAssocID="{DD99CFDE-512D-4E27-BD65-9CAFD92ACDBC}" presName="FlexibleEmptyPlaceHolder" presStyleCnt="0"/>
      <dgm:spPr/>
    </dgm:pt>
    <dgm:pt modelId="{9E6AC3E3-D875-4EBE-A40E-9E6B5AA4B893}" type="pres">
      <dgm:prSet presAssocID="{DD99CFDE-512D-4E27-BD65-9CAFD92ACDBC}" presName="ConnectLine" presStyleLbl="sibTrans1D1" presStyleIdx="1" presStyleCnt="5"/>
      <dgm:spPr/>
    </dgm:pt>
    <dgm:pt modelId="{A50F9DFA-391F-466C-91BE-7DC426F2AD36}" type="pres">
      <dgm:prSet presAssocID="{DD99CFDE-512D-4E27-BD65-9CAFD92ACDBC}" presName="ConnectorPoint" presStyleLbl="node1" presStyleIdx="1" presStyleCnt="5"/>
      <dgm:spPr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>
          <a:noFill/>
        </a:ln>
        <a:effectLst/>
      </dgm:spPr>
    </dgm:pt>
    <dgm:pt modelId="{FE852383-3208-41BC-8D2E-71E037B13869}" type="pres">
      <dgm:prSet presAssocID="{DD99CFDE-512D-4E27-BD65-9CAFD92ACDBC}" presName="EmptyPlaceHolder" presStyleCnt="0"/>
      <dgm:spPr/>
    </dgm:pt>
    <dgm:pt modelId="{903E5532-297E-4B39-A435-A8480FFD5652}" type="pres">
      <dgm:prSet presAssocID="{39A86250-D5E7-4F49-90FE-4FF5DADE0DAC}" presName="spaceBetweenRectangles" presStyleCnt="0"/>
      <dgm:spPr/>
    </dgm:pt>
    <dgm:pt modelId="{DD144C04-E2F4-4CD5-B3F8-D51488658163}" type="pres">
      <dgm:prSet presAssocID="{BB0A701D-EEA3-4737-8CBE-B1F1C7280A13}" presName="composite" presStyleCnt="0"/>
      <dgm:spPr/>
    </dgm:pt>
    <dgm:pt modelId="{4C66CEBE-BC41-41AD-8EA1-35ECEFC1920A}" type="pres">
      <dgm:prSet presAssocID="{BB0A701D-EEA3-4737-8CBE-B1F1C7280A13}" presName="L1TextContainer" presStyleLbl="alignNode1" presStyleIdx="2" presStyleCnt="5">
        <dgm:presLayoutVars>
          <dgm:chMax val="1"/>
          <dgm:chPref val="1"/>
          <dgm:bulletEnabled val="1"/>
        </dgm:presLayoutVars>
      </dgm:prSet>
      <dgm:spPr/>
    </dgm:pt>
    <dgm:pt modelId="{9D5298C8-AA3E-4DBD-BAD0-420C103982DA}" type="pres">
      <dgm:prSet presAssocID="{BB0A701D-EEA3-4737-8CBE-B1F1C7280A13}" presName="L2TextContainerWrapper" presStyleCnt="0">
        <dgm:presLayoutVars>
          <dgm:bulletEnabled val="1"/>
        </dgm:presLayoutVars>
      </dgm:prSet>
      <dgm:spPr/>
    </dgm:pt>
    <dgm:pt modelId="{0025799E-67F6-4C23-8DEB-7F6611182AA4}" type="pres">
      <dgm:prSet presAssocID="{BB0A701D-EEA3-4737-8CBE-B1F1C7280A13}" presName="L2TextContainer" presStyleLbl="bgAccFollowNode1" presStyleIdx="2" presStyleCnt="5"/>
      <dgm:spPr/>
    </dgm:pt>
    <dgm:pt modelId="{0A6C6019-4539-437A-AB68-48432C0BF0F6}" type="pres">
      <dgm:prSet presAssocID="{BB0A701D-EEA3-4737-8CBE-B1F1C7280A13}" presName="FlexibleEmptyPlaceHolder" presStyleCnt="0"/>
      <dgm:spPr/>
    </dgm:pt>
    <dgm:pt modelId="{7BBE6243-252C-471D-B821-F31D7C3CAF79}" type="pres">
      <dgm:prSet presAssocID="{BB0A701D-EEA3-4737-8CBE-B1F1C7280A13}" presName="ConnectLine" presStyleLbl="sibTrans1D1" presStyleIdx="2" presStyleCnt="5"/>
      <dgm:spPr/>
    </dgm:pt>
    <dgm:pt modelId="{F3F40ABF-67C0-4131-970A-CC8EBF8AB0C0}" type="pres">
      <dgm:prSet presAssocID="{BB0A701D-EEA3-4737-8CBE-B1F1C7280A13}" presName="ConnectorPoint" presStyleLbl="node1" presStyleIdx="2" presStyleCnt="5"/>
      <dgm:spPr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>
          <a:noFill/>
        </a:ln>
        <a:effectLst/>
      </dgm:spPr>
    </dgm:pt>
    <dgm:pt modelId="{9F1B0219-474A-4DD0-8F4F-D5F691F788EB}" type="pres">
      <dgm:prSet presAssocID="{BB0A701D-EEA3-4737-8CBE-B1F1C7280A13}" presName="EmptyPlaceHolder" presStyleCnt="0"/>
      <dgm:spPr/>
    </dgm:pt>
    <dgm:pt modelId="{E8D21563-3988-4762-A2C5-9F85E18A5DFC}" type="pres">
      <dgm:prSet presAssocID="{BA10C14A-168F-4F22-98A2-6B1D96FA157B}" presName="spaceBetweenRectangles" presStyleCnt="0"/>
      <dgm:spPr/>
    </dgm:pt>
    <dgm:pt modelId="{363F5BF2-C0E2-4075-93DC-B6985111EF1C}" type="pres">
      <dgm:prSet presAssocID="{6E7411DA-28FB-4F22-840A-02FE995BAAAB}" presName="composite" presStyleCnt="0"/>
      <dgm:spPr/>
    </dgm:pt>
    <dgm:pt modelId="{32CB5FF0-411F-4EA7-98B5-043A2037A819}" type="pres">
      <dgm:prSet presAssocID="{6E7411DA-28FB-4F22-840A-02FE995BAAAB}" presName="L1TextContainer" presStyleLbl="alignNode1" presStyleIdx="3" presStyleCnt="5">
        <dgm:presLayoutVars>
          <dgm:chMax val="1"/>
          <dgm:chPref val="1"/>
          <dgm:bulletEnabled val="1"/>
        </dgm:presLayoutVars>
      </dgm:prSet>
      <dgm:spPr/>
    </dgm:pt>
    <dgm:pt modelId="{C4A78B57-EE46-4821-99E8-0E6493E1E66F}" type="pres">
      <dgm:prSet presAssocID="{6E7411DA-28FB-4F22-840A-02FE995BAAAB}" presName="L2TextContainerWrapper" presStyleCnt="0">
        <dgm:presLayoutVars>
          <dgm:bulletEnabled val="1"/>
        </dgm:presLayoutVars>
      </dgm:prSet>
      <dgm:spPr/>
    </dgm:pt>
    <dgm:pt modelId="{F57C2778-D2B4-4BDD-AE38-0CC9FEC4622F}" type="pres">
      <dgm:prSet presAssocID="{6E7411DA-28FB-4F22-840A-02FE995BAAAB}" presName="L2TextContainer" presStyleLbl="bgAccFollowNode1" presStyleIdx="3" presStyleCnt="5"/>
      <dgm:spPr/>
    </dgm:pt>
    <dgm:pt modelId="{5D59BAC4-1F33-4BBB-997F-8FE1ED2C9F54}" type="pres">
      <dgm:prSet presAssocID="{6E7411DA-28FB-4F22-840A-02FE995BAAAB}" presName="FlexibleEmptyPlaceHolder" presStyleCnt="0"/>
      <dgm:spPr/>
    </dgm:pt>
    <dgm:pt modelId="{E06603A4-E18C-43E2-BF86-FE9936198836}" type="pres">
      <dgm:prSet presAssocID="{6E7411DA-28FB-4F22-840A-02FE995BAAAB}" presName="ConnectLine" presStyleLbl="sibTrans1D1" presStyleIdx="3" presStyleCnt="5"/>
      <dgm:spPr/>
    </dgm:pt>
    <dgm:pt modelId="{84AD0ED3-5887-474F-B2C5-7905851879E2}" type="pres">
      <dgm:prSet presAssocID="{6E7411DA-28FB-4F22-840A-02FE995BAAAB}" presName="ConnectorPoint" presStyleLbl="node1" presStyleIdx="3" presStyleCnt="5"/>
      <dgm:spPr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>
          <a:noFill/>
        </a:ln>
        <a:effectLst/>
      </dgm:spPr>
    </dgm:pt>
    <dgm:pt modelId="{D715486F-C2C2-4DAD-9DA7-4181F3CB06B7}" type="pres">
      <dgm:prSet presAssocID="{6E7411DA-28FB-4F22-840A-02FE995BAAAB}" presName="EmptyPlaceHolder" presStyleCnt="0"/>
      <dgm:spPr/>
    </dgm:pt>
    <dgm:pt modelId="{D3EE64B7-CCF7-42E2-96CC-902DD1C5412E}" type="pres">
      <dgm:prSet presAssocID="{96A6105C-46FD-4C5C-AC48-6D4FA20C1000}" presName="spaceBetweenRectangles" presStyleCnt="0"/>
      <dgm:spPr/>
    </dgm:pt>
    <dgm:pt modelId="{43439AA0-0503-46CB-8984-32C9B688F237}" type="pres">
      <dgm:prSet presAssocID="{3CB80CAF-4F23-456C-9EC4-62870108434B}" presName="composite" presStyleCnt="0"/>
      <dgm:spPr/>
    </dgm:pt>
    <dgm:pt modelId="{E048E389-C601-455B-9E2B-78CD65BB38FD}" type="pres">
      <dgm:prSet presAssocID="{3CB80CAF-4F23-456C-9EC4-62870108434B}" presName="L1TextContainer" presStyleLbl="alignNode1" presStyleIdx="4" presStyleCnt="5">
        <dgm:presLayoutVars>
          <dgm:chMax val="1"/>
          <dgm:chPref val="1"/>
          <dgm:bulletEnabled val="1"/>
        </dgm:presLayoutVars>
      </dgm:prSet>
      <dgm:spPr/>
    </dgm:pt>
    <dgm:pt modelId="{3C405B1B-B5F0-4147-A02A-9EE400037F76}" type="pres">
      <dgm:prSet presAssocID="{3CB80CAF-4F23-456C-9EC4-62870108434B}" presName="L2TextContainerWrapper" presStyleCnt="0">
        <dgm:presLayoutVars>
          <dgm:bulletEnabled val="1"/>
        </dgm:presLayoutVars>
      </dgm:prSet>
      <dgm:spPr/>
    </dgm:pt>
    <dgm:pt modelId="{AC756533-F9EC-49DE-8E1E-CED2D3D0E0B0}" type="pres">
      <dgm:prSet presAssocID="{3CB80CAF-4F23-456C-9EC4-62870108434B}" presName="L2TextContainer" presStyleLbl="bgAccFollowNode1" presStyleIdx="4" presStyleCnt="5"/>
      <dgm:spPr/>
    </dgm:pt>
    <dgm:pt modelId="{7B924042-98E8-4D3F-8F5A-FA3829001D2A}" type="pres">
      <dgm:prSet presAssocID="{3CB80CAF-4F23-456C-9EC4-62870108434B}" presName="FlexibleEmptyPlaceHolder" presStyleCnt="0"/>
      <dgm:spPr/>
    </dgm:pt>
    <dgm:pt modelId="{6D8AA81F-D763-4502-AF51-6F50733A167C}" type="pres">
      <dgm:prSet presAssocID="{3CB80CAF-4F23-456C-9EC4-62870108434B}" presName="ConnectLine" presStyleLbl="sibTrans1D1" presStyleIdx="4" presStyleCnt="5"/>
      <dgm:spPr/>
    </dgm:pt>
    <dgm:pt modelId="{FEE8A392-7611-4AFC-BD22-4C8CA863C844}" type="pres">
      <dgm:prSet presAssocID="{3CB80CAF-4F23-456C-9EC4-62870108434B}" presName="ConnectorPoint" presStyleLbl="node1" presStyleIdx="4" presStyleCnt="5"/>
      <dgm:spPr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>
          <a:noFill/>
        </a:ln>
        <a:effectLst/>
      </dgm:spPr>
    </dgm:pt>
    <dgm:pt modelId="{D5270178-2F78-45F4-B0AF-2417BFEE1DF6}" type="pres">
      <dgm:prSet presAssocID="{3CB80CAF-4F23-456C-9EC4-62870108434B}" presName="EmptyPlaceHolder" presStyleCnt="0"/>
      <dgm:spPr/>
    </dgm:pt>
  </dgm:ptLst>
  <dgm:cxnLst>
    <dgm:cxn modelId="{743CA11E-D971-4B54-8DC9-7D302F694C91}" type="presOf" srcId="{98E8167E-67F2-439C-A207-E21ADFB22BA5}" destId="{AC756533-F9EC-49DE-8E1E-CED2D3D0E0B0}" srcOrd="0" destOrd="0" presId="urn:microsoft.com/office/officeart/2017/3/layout/HorizontalLabelsTimeline"/>
    <dgm:cxn modelId="{95785B2F-C8F7-4007-8E04-940A118947A1}" type="presOf" srcId="{BB0A701D-EEA3-4737-8CBE-B1F1C7280A13}" destId="{4C66CEBE-BC41-41AD-8EA1-35ECEFC1920A}" srcOrd="0" destOrd="0" presId="urn:microsoft.com/office/officeart/2017/3/layout/HorizontalLabelsTimeline"/>
    <dgm:cxn modelId="{EC46C031-739E-43F5-9B93-4229FB2276E8}" type="presOf" srcId="{DD99CFDE-512D-4E27-BD65-9CAFD92ACDBC}" destId="{DA89B252-0C5A-4461-9945-E7EF666F6EA7}" srcOrd="0" destOrd="0" presId="urn:microsoft.com/office/officeart/2017/3/layout/HorizontalLabelsTimeline"/>
    <dgm:cxn modelId="{1ABC513B-04A5-42A5-AC7F-EB6D10FE8F29}" srcId="{019C0C57-0670-4B01-8920-D586FFD4FB89}" destId="{5E518B56-9CB0-41EE-84D7-52FDCAF9FA40}" srcOrd="0" destOrd="0" parTransId="{B2C84E33-CDB1-45BF-ACAC-C7EEBDD17523}" sibTransId="{143A48BF-256E-4504-B705-8451AFA91101}"/>
    <dgm:cxn modelId="{ABD3F93C-501C-4598-9654-C9ECF5F2EA7F}" srcId="{BB0A701D-EEA3-4737-8CBE-B1F1C7280A13}" destId="{6430A070-3E83-4C47-81A2-523CF938BB92}" srcOrd="0" destOrd="0" parTransId="{1448E4C8-1E0C-4A4A-864A-DC767E5DDC17}" sibTransId="{FECD3874-D7D4-4B3B-BF32-CDCFE969BA47}"/>
    <dgm:cxn modelId="{E980C740-44D3-4F60-A598-91EC52B9E681}" srcId="{4003EB93-4DFA-4DCA-8DE2-1435906ED212}" destId="{6E7411DA-28FB-4F22-840A-02FE995BAAAB}" srcOrd="3" destOrd="0" parTransId="{823C767A-5C86-4250-84AF-5E03FADDD102}" sibTransId="{96A6105C-46FD-4C5C-AC48-6D4FA20C1000}"/>
    <dgm:cxn modelId="{11A0C746-93B6-41ED-8224-889434A8B02A}" type="presOf" srcId="{6430A070-3E83-4C47-81A2-523CF938BB92}" destId="{0025799E-67F6-4C23-8DEB-7F6611182AA4}" srcOrd="0" destOrd="0" presId="urn:microsoft.com/office/officeart/2017/3/layout/HorizontalLabelsTimeline"/>
    <dgm:cxn modelId="{4E31A370-5353-4A61-9562-BAC4724FB639}" srcId="{4003EB93-4DFA-4DCA-8DE2-1435906ED212}" destId="{DD99CFDE-512D-4E27-BD65-9CAFD92ACDBC}" srcOrd="1" destOrd="0" parTransId="{4FD1A877-095C-4BD4-B634-95CFCAC0B94B}" sibTransId="{39A86250-D5E7-4F49-90FE-4FF5DADE0DAC}"/>
    <dgm:cxn modelId="{31200551-F2B2-4E26-88FB-D844A8E1A2DA}" srcId="{DD99CFDE-512D-4E27-BD65-9CAFD92ACDBC}" destId="{AC55B026-5535-4D3A-83DB-13E1DEDB6748}" srcOrd="0" destOrd="0" parTransId="{DAC5E579-EB0C-4631-9779-3AEDFED04ECF}" sibTransId="{EA10860F-9761-4242-BD8F-C46FB99A9F6B}"/>
    <dgm:cxn modelId="{7FB67E54-9714-43F9-94CE-A6B5174130CE}" type="presOf" srcId="{AC55B026-5535-4D3A-83DB-13E1DEDB6748}" destId="{0469682A-1E7F-4FD7-8F0B-358A33881298}" srcOrd="0" destOrd="0" presId="urn:microsoft.com/office/officeart/2017/3/layout/HorizontalLabelsTimeline"/>
    <dgm:cxn modelId="{9F514287-B316-4E84-BD6C-7BE9388C8F30}" srcId="{3CB80CAF-4F23-456C-9EC4-62870108434B}" destId="{98E8167E-67F2-439C-A207-E21ADFB22BA5}" srcOrd="0" destOrd="0" parTransId="{F0DBD179-F4CA-46EE-A565-69BF35408977}" sibTransId="{F904A5C1-31F4-4D0B-86FC-1789F32187FA}"/>
    <dgm:cxn modelId="{9E38C6AB-D7AB-4875-AB3B-472F9A8E4D16}" type="presOf" srcId="{3CB80CAF-4F23-456C-9EC4-62870108434B}" destId="{E048E389-C601-455B-9E2B-78CD65BB38FD}" srcOrd="0" destOrd="0" presId="urn:microsoft.com/office/officeart/2017/3/layout/HorizontalLabelsTimeline"/>
    <dgm:cxn modelId="{8246CFB9-3C88-47D0-BBF7-2C408FBD60E2}" type="presOf" srcId="{6E7411DA-28FB-4F22-840A-02FE995BAAAB}" destId="{32CB5FF0-411F-4EA7-98B5-043A2037A819}" srcOrd="0" destOrd="0" presId="urn:microsoft.com/office/officeart/2017/3/layout/HorizontalLabelsTimeline"/>
    <dgm:cxn modelId="{C75ED8CB-A666-45E0-A0FE-E143084DC2FB}" srcId="{4003EB93-4DFA-4DCA-8DE2-1435906ED212}" destId="{3CB80CAF-4F23-456C-9EC4-62870108434B}" srcOrd="4" destOrd="0" parTransId="{B1DF6CC0-0683-4AA7-8A3F-B4D3D5ACD2D1}" sibTransId="{30906D69-1545-4F8E-8AC7-7728037DBFF5}"/>
    <dgm:cxn modelId="{3C857BDB-F983-4244-B3C6-FE94756E91C9}" srcId="{4003EB93-4DFA-4DCA-8DE2-1435906ED212}" destId="{019C0C57-0670-4B01-8920-D586FFD4FB89}" srcOrd="0" destOrd="0" parTransId="{BC52B1CC-7065-4045-9860-4BE27AF5E0F2}" sibTransId="{256C6A11-918C-499B-BD7D-2487EEB57B18}"/>
    <dgm:cxn modelId="{5059DEDE-ABD4-4114-BD13-38B63F6928C3}" type="presOf" srcId="{F9350E26-AC8F-4F97-839B-41FED522F4E0}" destId="{F57C2778-D2B4-4BDD-AE38-0CC9FEC4622F}" srcOrd="0" destOrd="0" presId="urn:microsoft.com/office/officeart/2017/3/layout/HorizontalLabelsTimeline"/>
    <dgm:cxn modelId="{A44A0AE1-4F67-41BD-B7ED-E743F6694926}" type="presOf" srcId="{5E518B56-9CB0-41EE-84D7-52FDCAF9FA40}" destId="{80C0129D-4BA3-4A62-9570-AC6855E61102}" srcOrd="0" destOrd="0" presId="urn:microsoft.com/office/officeart/2017/3/layout/HorizontalLabelsTimeline"/>
    <dgm:cxn modelId="{844FB9EC-9770-4F26-B1EF-189769729FC1}" srcId="{4003EB93-4DFA-4DCA-8DE2-1435906ED212}" destId="{BB0A701D-EEA3-4737-8CBE-B1F1C7280A13}" srcOrd="2" destOrd="0" parTransId="{3866CCD7-9049-4676-BBAE-84B0081A4417}" sibTransId="{BA10C14A-168F-4F22-98A2-6B1D96FA157B}"/>
    <dgm:cxn modelId="{D66855ED-F87E-44E3-AAC9-2AF23014EB57}" srcId="{6E7411DA-28FB-4F22-840A-02FE995BAAAB}" destId="{F9350E26-AC8F-4F97-839B-41FED522F4E0}" srcOrd="0" destOrd="0" parTransId="{EF27A0A7-26BA-49CE-9FE6-314C8FC247A0}" sibTransId="{639D9CB6-9957-4044-9A03-0256D3DB0292}"/>
    <dgm:cxn modelId="{004896F4-5BDC-449F-9B1F-F243DE414203}" type="presOf" srcId="{4003EB93-4DFA-4DCA-8DE2-1435906ED212}" destId="{DF4B203B-62CC-4499-8708-00D860E6CFD9}" srcOrd="0" destOrd="0" presId="urn:microsoft.com/office/officeart/2017/3/layout/HorizontalLabelsTimeline"/>
    <dgm:cxn modelId="{0ED4B3F8-BE35-4ECF-A6FA-B8E809EB7959}" type="presOf" srcId="{019C0C57-0670-4B01-8920-D586FFD4FB89}" destId="{ABF47C59-349A-4C6B-8689-04C853ECE1E9}" srcOrd="0" destOrd="0" presId="urn:microsoft.com/office/officeart/2017/3/layout/HorizontalLabelsTimeline"/>
    <dgm:cxn modelId="{EAC780B0-8390-4B8B-B3DD-57887562E1CE}" type="presParOf" srcId="{DF4B203B-62CC-4499-8708-00D860E6CFD9}" destId="{61378081-8BCA-475B-BCC8-0272A70895C4}" srcOrd="0" destOrd="0" presId="urn:microsoft.com/office/officeart/2017/3/layout/HorizontalLabelsTimeline"/>
    <dgm:cxn modelId="{DCAFCD7F-5F55-48CE-8A74-01049BF1B9AF}" type="presParOf" srcId="{DF4B203B-62CC-4499-8708-00D860E6CFD9}" destId="{DA4E1683-69D0-41D8-8CBB-747F2DCFB071}" srcOrd="1" destOrd="0" presId="urn:microsoft.com/office/officeart/2017/3/layout/HorizontalLabelsTimeline"/>
    <dgm:cxn modelId="{50F8AD56-07AD-4555-92A5-602A464CE9E1}" type="presParOf" srcId="{DA4E1683-69D0-41D8-8CBB-747F2DCFB071}" destId="{46C2C652-8DED-4C37-97F9-8776167A1AE3}" srcOrd="0" destOrd="0" presId="urn:microsoft.com/office/officeart/2017/3/layout/HorizontalLabelsTimeline"/>
    <dgm:cxn modelId="{FD99F1B1-D3F7-4B2B-B578-E72EAD7DBA63}" type="presParOf" srcId="{46C2C652-8DED-4C37-97F9-8776167A1AE3}" destId="{ABF47C59-349A-4C6B-8689-04C853ECE1E9}" srcOrd="0" destOrd="0" presId="urn:microsoft.com/office/officeart/2017/3/layout/HorizontalLabelsTimeline"/>
    <dgm:cxn modelId="{A2B8BA6A-DB0A-4241-8730-DEE26CA97F3C}" type="presParOf" srcId="{46C2C652-8DED-4C37-97F9-8776167A1AE3}" destId="{B3BA6BD6-283C-4A05-8A84-6045E75C20C3}" srcOrd="1" destOrd="0" presId="urn:microsoft.com/office/officeart/2017/3/layout/HorizontalLabelsTimeline"/>
    <dgm:cxn modelId="{BF4FB88E-D4FB-4746-8EA8-4D82A4EBD8E5}" type="presParOf" srcId="{B3BA6BD6-283C-4A05-8A84-6045E75C20C3}" destId="{80C0129D-4BA3-4A62-9570-AC6855E61102}" srcOrd="0" destOrd="0" presId="urn:microsoft.com/office/officeart/2017/3/layout/HorizontalLabelsTimeline"/>
    <dgm:cxn modelId="{9470D0C0-1C6D-4DF4-BC9D-D3C6027C2397}" type="presParOf" srcId="{B3BA6BD6-283C-4A05-8A84-6045E75C20C3}" destId="{BADDBBE7-5BCF-4AA3-9225-A2F7C97BA69C}" srcOrd="1" destOrd="0" presId="urn:microsoft.com/office/officeart/2017/3/layout/HorizontalLabelsTimeline"/>
    <dgm:cxn modelId="{C11DE113-A795-47CC-997D-068DA58BA821}" type="presParOf" srcId="{46C2C652-8DED-4C37-97F9-8776167A1AE3}" destId="{16F9D3B3-BC95-4B94-82ED-8FD81B0543C3}" srcOrd="2" destOrd="0" presId="urn:microsoft.com/office/officeart/2017/3/layout/HorizontalLabelsTimeline"/>
    <dgm:cxn modelId="{BEA38F4C-DBA8-4CBB-9A49-D6BFACAD779F}" type="presParOf" srcId="{46C2C652-8DED-4C37-97F9-8776167A1AE3}" destId="{3BE7D44C-8D33-4A2B-BCD0-31CB88FC4EAE}" srcOrd="3" destOrd="0" presId="urn:microsoft.com/office/officeart/2017/3/layout/HorizontalLabelsTimeline"/>
    <dgm:cxn modelId="{97349ED4-C206-43E2-A184-29A6AE0560F1}" type="presParOf" srcId="{46C2C652-8DED-4C37-97F9-8776167A1AE3}" destId="{E5D47E4F-7483-4BAA-9E3D-38F6B80FD2D0}" srcOrd="4" destOrd="0" presId="urn:microsoft.com/office/officeart/2017/3/layout/HorizontalLabelsTimeline"/>
    <dgm:cxn modelId="{D0C9CFF5-8ED6-4126-9C32-DC361033A9FE}" type="presParOf" srcId="{DA4E1683-69D0-41D8-8CBB-747F2DCFB071}" destId="{6F5BEB5C-67AA-49FA-BF28-550F8ECC817F}" srcOrd="1" destOrd="0" presId="urn:microsoft.com/office/officeart/2017/3/layout/HorizontalLabelsTimeline"/>
    <dgm:cxn modelId="{6B01F327-AB87-4CBC-A2E8-2C273CE8E922}" type="presParOf" srcId="{DA4E1683-69D0-41D8-8CBB-747F2DCFB071}" destId="{B8016B06-E4B5-40EC-91B7-F465B5DAF2F8}" srcOrd="2" destOrd="0" presId="urn:microsoft.com/office/officeart/2017/3/layout/HorizontalLabelsTimeline"/>
    <dgm:cxn modelId="{1686F603-EBE4-43F7-B1C5-68AA46DD3B00}" type="presParOf" srcId="{B8016B06-E4B5-40EC-91B7-F465B5DAF2F8}" destId="{DA89B252-0C5A-4461-9945-E7EF666F6EA7}" srcOrd="0" destOrd="0" presId="urn:microsoft.com/office/officeart/2017/3/layout/HorizontalLabelsTimeline"/>
    <dgm:cxn modelId="{1F05C128-F986-43BF-A4FE-84F4BBE5121E}" type="presParOf" srcId="{B8016B06-E4B5-40EC-91B7-F465B5DAF2F8}" destId="{481379DB-FC73-4F34-9D40-CED30035B376}" srcOrd="1" destOrd="0" presId="urn:microsoft.com/office/officeart/2017/3/layout/HorizontalLabelsTimeline"/>
    <dgm:cxn modelId="{6CE57DB5-0AB1-4E76-8AF5-67FF1788BAED}" type="presParOf" srcId="{481379DB-FC73-4F34-9D40-CED30035B376}" destId="{0469682A-1E7F-4FD7-8F0B-358A33881298}" srcOrd="0" destOrd="0" presId="urn:microsoft.com/office/officeart/2017/3/layout/HorizontalLabelsTimeline"/>
    <dgm:cxn modelId="{EE514C87-0BEB-47F1-83A4-6CFE5ED0CAF6}" type="presParOf" srcId="{481379DB-FC73-4F34-9D40-CED30035B376}" destId="{5307125C-97C0-4A55-B4AC-79C10DD72B0F}" srcOrd="1" destOrd="0" presId="urn:microsoft.com/office/officeart/2017/3/layout/HorizontalLabelsTimeline"/>
    <dgm:cxn modelId="{A93714C8-7EE9-4FAE-96B4-A6D71038261F}" type="presParOf" srcId="{B8016B06-E4B5-40EC-91B7-F465B5DAF2F8}" destId="{9E6AC3E3-D875-4EBE-A40E-9E6B5AA4B893}" srcOrd="2" destOrd="0" presId="urn:microsoft.com/office/officeart/2017/3/layout/HorizontalLabelsTimeline"/>
    <dgm:cxn modelId="{2936E903-D975-4115-B072-A40A0B366D38}" type="presParOf" srcId="{B8016B06-E4B5-40EC-91B7-F465B5DAF2F8}" destId="{A50F9DFA-391F-466C-91BE-7DC426F2AD36}" srcOrd="3" destOrd="0" presId="urn:microsoft.com/office/officeart/2017/3/layout/HorizontalLabelsTimeline"/>
    <dgm:cxn modelId="{416D3651-33C3-4965-9F62-BBE5D11ED6A0}" type="presParOf" srcId="{B8016B06-E4B5-40EC-91B7-F465B5DAF2F8}" destId="{FE852383-3208-41BC-8D2E-71E037B13869}" srcOrd="4" destOrd="0" presId="urn:microsoft.com/office/officeart/2017/3/layout/HorizontalLabelsTimeline"/>
    <dgm:cxn modelId="{7B8767D8-52A0-4FD3-8C25-9A14CECA2C08}" type="presParOf" srcId="{DA4E1683-69D0-41D8-8CBB-747F2DCFB071}" destId="{903E5532-297E-4B39-A435-A8480FFD5652}" srcOrd="3" destOrd="0" presId="urn:microsoft.com/office/officeart/2017/3/layout/HorizontalLabelsTimeline"/>
    <dgm:cxn modelId="{DFA80BD0-0EBD-4F65-82AB-0088F5C30AEF}" type="presParOf" srcId="{DA4E1683-69D0-41D8-8CBB-747F2DCFB071}" destId="{DD144C04-E2F4-4CD5-B3F8-D51488658163}" srcOrd="4" destOrd="0" presId="urn:microsoft.com/office/officeart/2017/3/layout/HorizontalLabelsTimeline"/>
    <dgm:cxn modelId="{6850753F-D68D-48C8-A325-887BFFAB3B9E}" type="presParOf" srcId="{DD144C04-E2F4-4CD5-B3F8-D51488658163}" destId="{4C66CEBE-BC41-41AD-8EA1-35ECEFC1920A}" srcOrd="0" destOrd="0" presId="urn:microsoft.com/office/officeart/2017/3/layout/HorizontalLabelsTimeline"/>
    <dgm:cxn modelId="{ADCE8460-6B9F-4A5A-82A6-0EE63516C181}" type="presParOf" srcId="{DD144C04-E2F4-4CD5-B3F8-D51488658163}" destId="{9D5298C8-AA3E-4DBD-BAD0-420C103982DA}" srcOrd="1" destOrd="0" presId="urn:microsoft.com/office/officeart/2017/3/layout/HorizontalLabelsTimeline"/>
    <dgm:cxn modelId="{BF6C4C4A-DC72-4CA9-B07F-851D3E984DE2}" type="presParOf" srcId="{9D5298C8-AA3E-4DBD-BAD0-420C103982DA}" destId="{0025799E-67F6-4C23-8DEB-7F6611182AA4}" srcOrd="0" destOrd="0" presId="urn:microsoft.com/office/officeart/2017/3/layout/HorizontalLabelsTimeline"/>
    <dgm:cxn modelId="{39D80FCE-FF78-4C07-95A7-DB524008B79B}" type="presParOf" srcId="{9D5298C8-AA3E-4DBD-BAD0-420C103982DA}" destId="{0A6C6019-4539-437A-AB68-48432C0BF0F6}" srcOrd="1" destOrd="0" presId="urn:microsoft.com/office/officeart/2017/3/layout/HorizontalLabelsTimeline"/>
    <dgm:cxn modelId="{1269A98E-8C26-479A-BCCA-EC2C1CC2CCA7}" type="presParOf" srcId="{DD144C04-E2F4-4CD5-B3F8-D51488658163}" destId="{7BBE6243-252C-471D-B821-F31D7C3CAF79}" srcOrd="2" destOrd="0" presId="urn:microsoft.com/office/officeart/2017/3/layout/HorizontalLabelsTimeline"/>
    <dgm:cxn modelId="{F44DC863-5149-4D91-9833-A489F47B8A95}" type="presParOf" srcId="{DD144C04-E2F4-4CD5-B3F8-D51488658163}" destId="{F3F40ABF-67C0-4131-970A-CC8EBF8AB0C0}" srcOrd="3" destOrd="0" presId="urn:microsoft.com/office/officeart/2017/3/layout/HorizontalLabelsTimeline"/>
    <dgm:cxn modelId="{3BA63D08-C9BB-4A1B-B422-B9A76537E128}" type="presParOf" srcId="{DD144C04-E2F4-4CD5-B3F8-D51488658163}" destId="{9F1B0219-474A-4DD0-8F4F-D5F691F788EB}" srcOrd="4" destOrd="0" presId="urn:microsoft.com/office/officeart/2017/3/layout/HorizontalLabelsTimeline"/>
    <dgm:cxn modelId="{84F72774-5B9A-413E-9CD2-3A44A06007FD}" type="presParOf" srcId="{DA4E1683-69D0-41D8-8CBB-747F2DCFB071}" destId="{E8D21563-3988-4762-A2C5-9F85E18A5DFC}" srcOrd="5" destOrd="0" presId="urn:microsoft.com/office/officeart/2017/3/layout/HorizontalLabelsTimeline"/>
    <dgm:cxn modelId="{8C49F360-9A2B-46EC-82C1-CD8CC23CDDC7}" type="presParOf" srcId="{DA4E1683-69D0-41D8-8CBB-747F2DCFB071}" destId="{363F5BF2-C0E2-4075-93DC-B6985111EF1C}" srcOrd="6" destOrd="0" presId="urn:microsoft.com/office/officeart/2017/3/layout/HorizontalLabelsTimeline"/>
    <dgm:cxn modelId="{46010140-89E6-496A-B24D-B2105507ED80}" type="presParOf" srcId="{363F5BF2-C0E2-4075-93DC-B6985111EF1C}" destId="{32CB5FF0-411F-4EA7-98B5-043A2037A819}" srcOrd="0" destOrd="0" presId="urn:microsoft.com/office/officeart/2017/3/layout/HorizontalLabelsTimeline"/>
    <dgm:cxn modelId="{A07D2B79-FF09-46D2-9980-41FF73949DBA}" type="presParOf" srcId="{363F5BF2-C0E2-4075-93DC-B6985111EF1C}" destId="{C4A78B57-EE46-4821-99E8-0E6493E1E66F}" srcOrd="1" destOrd="0" presId="urn:microsoft.com/office/officeart/2017/3/layout/HorizontalLabelsTimeline"/>
    <dgm:cxn modelId="{B80E48F6-A4E8-481B-A06C-A2468FB21592}" type="presParOf" srcId="{C4A78B57-EE46-4821-99E8-0E6493E1E66F}" destId="{F57C2778-D2B4-4BDD-AE38-0CC9FEC4622F}" srcOrd="0" destOrd="0" presId="urn:microsoft.com/office/officeart/2017/3/layout/HorizontalLabelsTimeline"/>
    <dgm:cxn modelId="{C26B7032-FEDE-45D5-B374-CB105365F630}" type="presParOf" srcId="{C4A78B57-EE46-4821-99E8-0E6493E1E66F}" destId="{5D59BAC4-1F33-4BBB-997F-8FE1ED2C9F54}" srcOrd="1" destOrd="0" presId="urn:microsoft.com/office/officeart/2017/3/layout/HorizontalLabelsTimeline"/>
    <dgm:cxn modelId="{0AF38556-48A8-492D-9BB2-7C7B903BD8CE}" type="presParOf" srcId="{363F5BF2-C0E2-4075-93DC-B6985111EF1C}" destId="{E06603A4-E18C-43E2-BF86-FE9936198836}" srcOrd="2" destOrd="0" presId="urn:microsoft.com/office/officeart/2017/3/layout/HorizontalLabelsTimeline"/>
    <dgm:cxn modelId="{F8D1F2BC-DB39-4B4E-9709-A5EB34885D83}" type="presParOf" srcId="{363F5BF2-C0E2-4075-93DC-B6985111EF1C}" destId="{84AD0ED3-5887-474F-B2C5-7905851879E2}" srcOrd="3" destOrd="0" presId="urn:microsoft.com/office/officeart/2017/3/layout/HorizontalLabelsTimeline"/>
    <dgm:cxn modelId="{A83F3D8D-8A95-40B9-952E-BBAC4648F1A5}" type="presParOf" srcId="{363F5BF2-C0E2-4075-93DC-B6985111EF1C}" destId="{D715486F-C2C2-4DAD-9DA7-4181F3CB06B7}" srcOrd="4" destOrd="0" presId="urn:microsoft.com/office/officeart/2017/3/layout/HorizontalLabelsTimeline"/>
    <dgm:cxn modelId="{D69FF040-CBB7-4CC7-858C-0CFB2C4645A3}" type="presParOf" srcId="{DA4E1683-69D0-41D8-8CBB-747F2DCFB071}" destId="{D3EE64B7-CCF7-42E2-96CC-902DD1C5412E}" srcOrd="7" destOrd="0" presId="urn:microsoft.com/office/officeart/2017/3/layout/HorizontalLabelsTimeline"/>
    <dgm:cxn modelId="{E1151221-8901-4FA8-BAB9-A6E17C513A9A}" type="presParOf" srcId="{DA4E1683-69D0-41D8-8CBB-747F2DCFB071}" destId="{43439AA0-0503-46CB-8984-32C9B688F237}" srcOrd="8" destOrd="0" presId="urn:microsoft.com/office/officeart/2017/3/layout/HorizontalLabelsTimeline"/>
    <dgm:cxn modelId="{52B018C8-CC77-4658-B0DF-CF832A648ABE}" type="presParOf" srcId="{43439AA0-0503-46CB-8984-32C9B688F237}" destId="{E048E389-C601-455B-9E2B-78CD65BB38FD}" srcOrd="0" destOrd="0" presId="urn:microsoft.com/office/officeart/2017/3/layout/HorizontalLabelsTimeline"/>
    <dgm:cxn modelId="{E019E656-51AB-452D-9E68-2B7647C3978F}" type="presParOf" srcId="{43439AA0-0503-46CB-8984-32C9B688F237}" destId="{3C405B1B-B5F0-4147-A02A-9EE400037F76}" srcOrd="1" destOrd="0" presId="urn:microsoft.com/office/officeart/2017/3/layout/HorizontalLabelsTimeline"/>
    <dgm:cxn modelId="{4C595B5E-1997-496D-BE99-405A2C60E23E}" type="presParOf" srcId="{3C405B1B-B5F0-4147-A02A-9EE400037F76}" destId="{AC756533-F9EC-49DE-8E1E-CED2D3D0E0B0}" srcOrd="0" destOrd="0" presId="urn:microsoft.com/office/officeart/2017/3/layout/HorizontalLabelsTimeline"/>
    <dgm:cxn modelId="{F945E994-D83E-43F5-9A3A-9C7C7F1D5975}" type="presParOf" srcId="{3C405B1B-B5F0-4147-A02A-9EE400037F76}" destId="{7B924042-98E8-4D3F-8F5A-FA3829001D2A}" srcOrd="1" destOrd="0" presId="urn:microsoft.com/office/officeart/2017/3/layout/HorizontalLabelsTimeline"/>
    <dgm:cxn modelId="{AE92E39C-4962-4C3C-8170-E596CEBD921E}" type="presParOf" srcId="{43439AA0-0503-46CB-8984-32C9B688F237}" destId="{6D8AA81F-D763-4502-AF51-6F50733A167C}" srcOrd="2" destOrd="0" presId="urn:microsoft.com/office/officeart/2017/3/layout/HorizontalLabelsTimeline"/>
    <dgm:cxn modelId="{BDA36B93-AC41-4054-A453-830C1E267407}" type="presParOf" srcId="{43439AA0-0503-46CB-8984-32C9B688F237}" destId="{FEE8A392-7611-4AFC-BD22-4C8CA863C844}" srcOrd="3" destOrd="0" presId="urn:microsoft.com/office/officeart/2017/3/layout/HorizontalLabelsTimeline"/>
    <dgm:cxn modelId="{E81B8519-11CF-4A1A-B04C-40EF66D92831}" type="presParOf" srcId="{43439AA0-0503-46CB-8984-32C9B688F237}" destId="{D5270178-2F78-45F4-B0AF-2417BFEE1DF6}" srcOrd="4" destOrd="0" presId="urn:microsoft.com/office/officeart/2017/3/layout/HorizontalLabels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29139B7-67E4-4F7B-BC18-0BD77F060E51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EA1FFE5-2323-47AA-A090-EFEAC8AB6D8C}">
      <dgm:prSet/>
      <dgm:spPr/>
      <dgm:t>
        <a:bodyPr/>
        <a:lstStyle/>
        <a:p>
          <a:r>
            <a:rPr lang="en-US" dirty="0"/>
            <a:t>Chan, V., &amp; Tang, W. K.-W. (2024). GPT for Translation: A Systematic </a:t>
          </a:r>
        </a:p>
        <a:p>
          <a:r>
            <a:rPr lang="en-US" dirty="0"/>
            <a:t>	Literature Review. </a:t>
          </a:r>
          <a:r>
            <a:rPr lang="en-US" i="1" dirty="0"/>
            <a:t>SN Computer Science</a:t>
          </a:r>
          <a:r>
            <a:rPr lang="en-US" dirty="0"/>
            <a:t>, </a:t>
          </a:r>
          <a:r>
            <a:rPr lang="en-US" i="1" dirty="0"/>
            <a:t>5</a:t>
          </a:r>
          <a:r>
            <a:rPr lang="en-US" dirty="0"/>
            <a:t>(8), Article 986. 	</a:t>
          </a:r>
          <a:r>
            <a:rPr lang="en-US" u="sng" dirty="0">
              <a:hlinkClick xmlns:r="http://schemas.openxmlformats.org/officeDocument/2006/relationships" r:id="rId1"/>
            </a:rPr>
            <a:t>https://doi.org/10.1007/s42979-024-03340-z</a:t>
          </a:r>
          <a:endParaRPr lang="en-US" dirty="0"/>
        </a:p>
      </dgm:t>
    </dgm:pt>
    <dgm:pt modelId="{04E78ECD-8ABD-4CF5-BE5B-AA716E9A7CBE}" type="parTrans" cxnId="{5C019828-76B9-4187-9937-EF1F9C61289D}">
      <dgm:prSet/>
      <dgm:spPr/>
      <dgm:t>
        <a:bodyPr/>
        <a:lstStyle/>
        <a:p>
          <a:endParaRPr lang="en-US"/>
        </a:p>
      </dgm:t>
    </dgm:pt>
    <dgm:pt modelId="{6C8906DF-D58D-420C-9BE6-0CC00F113607}" type="sibTrans" cxnId="{5C019828-76B9-4187-9937-EF1F9C61289D}">
      <dgm:prSet/>
      <dgm:spPr/>
      <dgm:t>
        <a:bodyPr/>
        <a:lstStyle/>
        <a:p>
          <a:endParaRPr lang="en-US"/>
        </a:p>
      </dgm:t>
    </dgm:pt>
    <dgm:pt modelId="{38B2A918-B865-468C-9BAB-B3F634BEE5A1}">
      <dgm:prSet/>
      <dgm:spPr/>
      <dgm:t>
        <a:bodyPr/>
        <a:lstStyle/>
        <a:p>
          <a:r>
            <a:rPr lang="en-US" dirty="0"/>
            <a:t>Ji, B., Duan, X., Zhang, Y., Wu, K., &amp; Zhang, M. (2025). Zero-Shot </a:t>
          </a:r>
        </a:p>
        <a:p>
          <a:r>
            <a:rPr lang="en-US" dirty="0"/>
            <a:t>	Prompting for LLM-Based Machine Translation Using In-Domain Target 	Sentences. </a:t>
          </a:r>
          <a:r>
            <a:rPr lang="en-US" i="1" dirty="0"/>
            <a:t>IEEE Transactions on Audio, Speech and Language 	Processing</a:t>
          </a:r>
          <a:r>
            <a:rPr lang="en-US" dirty="0"/>
            <a:t>, </a:t>
          </a:r>
          <a:r>
            <a:rPr lang="en-US" i="1" dirty="0"/>
            <a:t>33</a:t>
          </a:r>
          <a:r>
            <a:rPr lang="en-US" dirty="0"/>
            <a:t>, 251–261. </a:t>
          </a:r>
          <a:r>
            <a:rPr lang="en-US" u="sng" dirty="0">
              <a:hlinkClick xmlns:r="http://schemas.openxmlformats.org/officeDocument/2006/relationships" r:id="rId2"/>
            </a:rPr>
            <a:t>https://doi.org/10.1109/TASLP.2024.3519814</a:t>
          </a:r>
          <a:endParaRPr lang="en-US" dirty="0"/>
        </a:p>
      </dgm:t>
    </dgm:pt>
    <dgm:pt modelId="{E42863E4-59D4-47AA-AA20-519600CDE7C0}" type="parTrans" cxnId="{48D091D3-AA12-4AD8-8985-2AF5499229BA}">
      <dgm:prSet/>
      <dgm:spPr/>
      <dgm:t>
        <a:bodyPr/>
        <a:lstStyle/>
        <a:p>
          <a:endParaRPr lang="en-US"/>
        </a:p>
      </dgm:t>
    </dgm:pt>
    <dgm:pt modelId="{B65DEC6E-6972-4816-B130-944836F34B89}" type="sibTrans" cxnId="{48D091D3-AA12-4AD8-8985-2AF5499229BA}">
      <dgm:prSet/>
      <dgm:spPr/>
      <dgm:t>
        <a:bodyPr/>
        <a:lstStyle/>
        <a:p>
          <a:endParaRPr lang="en-US"/>
        </a:p>
      </dgm:t>
    </dgm:pt>
    <dgm:pt modelId="{B426D5A1-7D07-4B17-876E-347B4E2BB8F3}">
      <dgm:prSet/>
      <dgm:spPr/>
      <dgm:t>
        <a:bodyPr/>
        <a:lstStyle/>
        <a:p>
          <a:r>
            <a:rPr lang="en-US" dirty="0"/>
            <a:t>Jiang, Z. (2025). Does LLM translation align with translation universals? A cross-</a:t>
          </a:r>
        </a:p>
        <a:p>
          <a:r>
            <a:rPr lang="en-US" dirty="0"/>
            <a:t>	genre simplification study on English-Chinese translation based on 	dependency grammar. </a:t>
          </a:r>
          <a:r>
            <a:rPr lang="en-US" i="1" dirty="0" err="1"/>
            <a:t>PloS</a:t>
          </a:r>
          <a:r>
            <a:rPr lang="en-US" i="1" dirty="0"/>
            <a:t> One</a:t>
          </a:r>
          <a:r>
            <a:rPr lang="en-US" dirty="0"/>
            <a:t>, </a:t>
          </a:r>
          <a:r>
            <a:rPr lang="en-US" i="1" dirty="0"/>
            <a:t>20</a:t>
          </a:r>
          <a:r>
            <a:rPr lang="en-US" dirty="0"/>
            <a:t>(6), e0324830. 	</a:t>
          </a:r>
          <a:r>
            <a:rPr lang="en-US" u="sng" dirty="0">
              <a:hlinkClick xmlns:r="http://schemas.openxmlformats.org/officeDocument/2006/relationships" r:id="rId3"/>
            </a:rPr>
            <a:t>https://doi.org/10.1371/journal.pone.0324830</a:t>
          </a:r>
          <a:endParaRPr lang="en-US" dirty="0"/>
        </a:p>
      </dgm:t>
    </dgm:pt>
    <dgm:pt modelId="{7B6677E6-C920-44DA-927C-95220FE6F117}" type="parTrans" cxnId="{932A1F37-56A7-49D9-9B18-9856B37E8684}">
      <dgm:prSet/>
      <dgm:spPr/>
      <dgm:t>
        <a:bodyPr/>
        <a:lstStyle/>
        <a:p>
          <a:endParaRPr lang="en-US"/>
        </a:p>
      </dgm:t>
    </dgm:pt>
    <dgm:pt modelId="{410B3FF5-C343-441D-A4F6-3E0BABF5C42A}" type="sibTrans" cxnId="{932A1F37-56A7-49D9-9B18-9856B37E8684}">
      <dgm:prSet/>
      <dgm:spPr/>
      <dgm:t>
        <a:bodyPr/>
        <a:lstStyle/>
        <a:p>
          <a:endParaRPr lang="en-US"/>
        </a:p>
      </dgm:t>
    </dgm:pt>
    <dgm:pt modelId="{637EC7FF-5906-40B8-9651-BEAC187828DA}">
      <dgm:prSet/>
      <dgm:spPr/>
      <dgm:t>
        <a:bodyPr/>
        <a:lstStyle/>
        <a:p>
          <a:r>
            <a:rPr lang="en-US" dirty="0"/>
            <a:t>Ju, F., &amp; Wang, W. (2025). Non‐Autoregressive Translation Algorithm Based on </a:t>
          </a:r>
        </a:p>
        <a:p>
          <a:r>
            <a:rPr lang="en-US" dirty="0"/>
            <a:t>	LLM Knowledge Distillation in English Corpus. </a:t>
          </a:r>
          <a:r>
            <a:rPr lang="en-US" i="1" dirty="0"/>
            <a:t>Engineering Reports 	(Hoboken, N.J.)</a:t>
          </a:r>
          <a:r>
            <a:rPr lang="en-US" dirty="0"/>
            <a:t>, </a:t>
          </a:r>
          <a:r>
            <a:rPr lang="en-US" i="1" dirty="0"/>
            <a:t>7</a:t>
          </a:r>
          <a:r>
            <a:rPr lang="en-US" dirty="0"/>
            <a:t>(1). </a:t>
          </a:r>
          <a:r>
            <a:rPr lang="en-US" u="sng" dirty="0">
              <a:hlinkClick xmlns:r="http://schemas.openxmlformats.org/officeDocument/2006/relationships" r:id="rId4"/>
            </a:rPr>
            <a:t>https://doi.org/10.1002/eng2.13077</a:t>
          </a:r>
          <a:endParaRPr lang="en-US" dirty="0"/>
        </a:p>
      </dgm:t>
    </dgm:pt>
    <dgm:pt modelId="{EDB17160-E7CF-4817-A972-029B1BE649DA}" type="parTrans" cxnId="{C6EC4F26-8850-4D62-88A4-B573A43A0DBA}">
      <dgm:prSet/>
      <dgm:spPr/>
      <dgm:t>
        <a:bodyPr/>
        <a:lstStyle/>
        <a:p>
          <a:endParaRPr lang="en-US"/>
        </a:p>
      </dgm:t>
    </dgm:pt>
    <dgm:pt modelId="{4B3CFD0B-D63C-406D-A534-3C0DCDFA2A89}" type="sibTrans" cxnId="{C6EC4F26-8850-4D62-88A4-B573A43A0DBA}">
      <dgm:prSet/>
      <dgm:spPr/>
      <dgm:t>
        <a:bodyPr/>
        <a:lstStyle/>
        <a:p>
          <a:endParaRPr lang="en-US"/>
        </a:p>
      </dgm:t>
    </dgm:pt>
    <dgm:pt modelId="{C64504AA-7F21-41B3-A36A-BAC30C7E50E9}">
      <dgm:prSet/>
      <dgm:spPr/>
      <dgm:t>
        <a:bodyPr/>
        <a:lstStyle/>
        <a:p>
          <a:r>
            <a:rPr lang="en-US" dirty="0"/>
            <a:t>Mohammed, T. A. S. (2025). Evaluating Translation Quality: A Qualitative and 	Quantitative Assessment of Machine and LLM-Driven Arabic–English 	Translations. </a:t>
          </a:r>
          <a:r>
            <a:rPr lang="en-US" i="1" dirty="0"/>
            <a:t>Information (Basel)</a:t>
          </a:r>
          <a:r>
            <a:rPr lang="en-US" dirty="0"/>
            <a:t>, </a:t>
          </a:r>
          <a:r>
            <a:rPr lang="en-US" i="1" dirty="0"/>
            <a:t>16</a:t>
          </a:r>
          <a:r>
            <a:rPr lang="en-US" dirty="0"/>
            <a:t>(6), 440. 	</a:t>
          </a:r>
          <a:r>
            <a:rPr lang="en-US" u="sng" dirty="0">
              <a:hlinkClick xmlns:r="http://schemas.openxmlformats.org/officeDocument/2006/relationships" r:id="rId5"/>
            </a:rPr>
            <a:t>https://doi.org/10.3390/info16060440</a:t>
          </a:r>
          <a:endParaRPr lang="en-US" dirty="0"/>
        </a:p>
      </dgm:t>
    </dgm:pt>
    <dgm:pt modelId="{BDC56944-1105-43FE-A637-AB1F2AB0C8B4}" type="parTrans" cxnId="{9457A857-DA2C-4E36-B739-0176D6CE4CA5}">
      <dgm:prSet/>
      <dgm:spPr/>
      <dgm:t>
        <a:bodyPr/>
        <a:lstStyle/>
        <a:p>
          <a:endParaRPr lang="en-US"/>
        </a:p>
      </dgm:t>
    </dgm:pt>
    <dgm:pt modelId="{8B04ECA2-6171-4A77-A279-642CA6601D2F}" type="sibTrans" cxnId="{9457A857-DA2C-4E36-B739-0176D6CE4CA5}">
      <dgm:prSet/>
      <dgm:spPr/>
      <dgm:t>
        <a:bodyPr/>
        <a:lstStyle/>
        <a:p>
          <a:endParaRPr lang="en-US"/>
        </a:p>
      </dgm:t>
    </dgm:pt>
    <dgm:pt modelId="{47B70458-A370-43E7-9EFF-6F67F385AFF9}" type="pres">
      <dgm:prSet presAssocID="{329139B7-67E4-4F7B-BC18-0BD77F060E51}" presName="vert0" presStyleCnt="0">
        <dgm:presLayoutVars>
          <dgm:dir/>
          <dgm:animOne val="branch"/>
          <dgm:animLvl val="lvl"/>
        </dgm:presLayoutVars>
      </dgm:prSet>
      <dgm:spPr/>
    </dgm:pt>
    <dgm:pt modelId="{A380A4A0-15C6-483D-81C5-9B48652CF89D}" type="pres">
      <dgm:prSet presAssocID="{3EA1FFE5-2323-47AA-A090-EFEAC8AB6D8C}" presName="thickLine" presStyleLbl="alignNode1" presStyleIdx="0" presStyleCnt="5"/>
      <dgm:spPr/>
    </dgm:pt>
    <dgm:pt modelId="{A1456B99-4DEA-40D4-8820-67C6C9A0062D}" type="pres">
      <dgm:prSet presAssocID="{3EA1FFE5-2323-47AA-A090-EFEAC8AB6D8C}" presName="horz1" presStyleCnt="0"/>
      <dgm:spPr/>
    </dgm:pt>
    <dgm:pt modelId="{0783FF01-A11F-420C-9F8B-FDEF4F4FABA9}" type="pres">
      <dgm:prSet presAssocID="{3EA1FFE5-2323-47AA-A090-EFEAC8AB6D8C}" presName="tx1" presStyleLbl="revTx" presStyleIdx="0" presStyleCnt="5"/>
      <dgm:spPr/>
    </dgm:pt>
    <dgm:pt modelId="{AFEDFB77-2E58-44D6-9769-92F48E777CCD}" type="pres">
      <dgm:prSet presAssocID="{3EA1FFE5-2323-47AA-A090-EFEAC8AB6D8C}" presName="vert1" presStyleCnt="0"/>
      <dgm:spPr/>
    </dgm:pt>
    <dgm:pt modelId="{5C06C1B0-1077-4970-B961-273EC85482DC}" type="pres">
      <dgm:prSet presAssocID="{38B2A918-B865-468C-9BAB-B3F634BEE5A1}" presName="thickLine" presStyleLbl="alignNode1" presStyleIdx="1" presStyleCnt="5"/>
      <dgm:spPr/>
    </dgm:pt>
    <dgm:pt modelId="{33E4102D-EE04-4B91-A3F2-1DDC53532C29}" type="pres">
      <dgm:prSet presAssocID="{38B2A918-B865-468C-9BAB-B3F634BEE5A1}" presName="horz1" presStyleCnt="0"/>
      <dgm:spPr/>
    </dgm:pt>
    <dgm:pt modelId="{1AC812BA-4F17-4A08-9C85-DB978CD6447E}" type="pres">
      <dgm:prSet presAssocID="{38B2A918-B865-468C-9BAB-B3F634BEE5A1}" presName="tx1" presStyleLbl="revTx" presStyleIdx="1" presStyleCnt="5"/>
      <dgm:spPr/>
    </dgm:pt>
    <dgm:pt modelId="{ECCF68E7-2BDA-44AC-9829-C1CD36802C12}" type="pres">
      <dgm:prSet presAssocID="{38B2A918-B865-468C-9BAB-B3F634BEE5A1}" presName="vert1" presStyleCnt="0"/>
      <dgm:spPr/>
    </dgm:pt>
    <dgm:pt modelId="{1239BADF-49CE-4C8B-995B-0C505EA1FAFE}" type="pres">
      <dgm:prSet presAssocID="{B426D5A1-7D07-4B17-876E-347B4E2BB8F3}" presName="thickLine" presStyleLbl="alignNode1" presStyleIdx="2" presStyleCnt="5"/>
      <dgm:spPr/>
    </dgm:pt>
    <dgm:pt modelId="{D605358B-AFD9-46AF-B5CC-A83EE8EB97CF}" type="pres">
      <dgm:prSet presAssocID="{B426D5A1-7D07-4B17-876E-347B4E2BB8F3}" presName="horz1" presStyleCnt="0"/>
      <dgm:spPr/>
    </dgm:pt>
    <dgm:pt modelId="{BC3262C4-70A8-4DE2-BA5C-576AA103455E}" type="pres">
      <dgm:prSet presAssocID="{B426D5A1-7D07-4B17-876E-347B4E2BB8F3}" presName="tx1" presStyleLbl="revTx" presStyleIdx="2" presStyleCnt="5"/>
      <dgm:spPr/>
    </dgm:pt>
    <dgm:pt modelId="{25A51393-419E-4B98-BFA1-70C85ACBD2B3}" type="pres">
      <dgm:prSet presAssocID="{B426D5A1-7D07-4B17-876E-347B4E2BB8F3}" presName="vert1" presStyleCnt="0"/>
      <dgm:spPr/>
    </dgm:pt>
    <dgm:pt modelId="{8C1ED399-342E-445D-8CC6-3C0DDE2C0C81}" type="pres">
      <dgm:prSet presAssocID="{637EC7FF-5906-40B8-9651-BEAC187828DA}" presName="thickLine" presStyleLbl="alignNode1" presStyleIdx="3" presStyleCnt="5"/>
      <dgm:spPr/>
    </dgm:pt>
    <dgm:pt modelId="{11CDC4E4-621A-4BED-B50A-56F25CB08A3B}" type="pres">
      <dgm:prSet presAssocID="{637EC7FF-5906-40B8-9651-BEAC187828DA}" presName="horz1" presStyleCnt="0"/>
      <dgm:spPr/>
    </dgm:pt>
    <dgm:pt modelId="{4D722B20-C98A-4EE9-8E81-E3C9302473A2}" type="pres">
      <dgm:prSet presAssocID="{637EC7FF-5906-40B8-9651-BEAC187828DA}" presName="tx1" presStyleLbl="revTx" presStyleIdx="3" presStyleCnt="5"/>
      <dgm:spPr/>
    </dgm:pt>
    <dgm:pt modelId="{6C0CDB8C-E1E8-4DB1-AB58-85ACE56576DB}" type="pres">
      <dgm:prSet presAssocID="{637EC7FF-5906-40B8-9651-BEAC187828DA}" presName="vert1" presStyleCnt="0"/>
      <dgm:spPr/>
    </dgm:pt>
    <dgm:pt modelId="{245596AD-A9F3-48E2-9B91-E1A9E37A2A83}" type="pres">
      <dgm:prSet presAssocID="{C64504AA-7F21-41B3-A36A-BAC30C7E50E9}" presName="thickLine" presStyleLbl="alignNode1" presStyleIdx="4" presStyleCnt="5"/>
      <dgm:spPr/>
    </dgm:pt>
    <dgm:pt modelId="{7BFADD4C-BF66-4085-9FFF-B291569B0E85}" type="pres">
      <dgm:prSet presAssocID="{C64504AA-7F21-41B3-A36A-BAC30C7E50E9}" presName="horz1" presStyleCnt="0"/>
      <dgm:spPr/>
    </dgm:pt>
    <dgm:pt modelId="{F6D620B3-FC8F-4CFD-87B5-F36EAB06DE29}" type="pres">
      <dgm:prSet presAssocID="{C64504AA-7F21-41B3-A36A-BAC30C7E50E9}" presName="tx1" presStyleLbl="revTx" presStyleIdx="4" presStyleCnt="5"/>
      <dgm:spPr/>
    </dgm:pt>
    <dgm:pt modelId="{51769BB6-D055-48B4-A657-D1FAE6E3945F}" type="pres">
      <dgm:prSet presAssocID="{C64504AA-7F21-41B3-A36A-BAC30C7E50E9}" presName="vert1" presStyleCnt="0"/>
      <dgm:spPr/>
    </dgm:pt>
  </dgm:ptLst>
  <dgm:cxnLst>
    <dgm:cxn modelId="{C6EC4F26-8850-4D62-88A4-B573A43A0DBA}" srcId="{329139B7-67E4-4F7B-BC18-0BD77F060E51}" destId="{637EC7FF-5906-40B8-9651-BEAC187828DA}" srcOrd="3" destOrd="0" parTransId="{EDB17160-E7CF-4817-A972-029B1BE649DA}" sibTransId="{4B3CFD0B-D63C-406D-A534-3C0DCDFA2A89}"/>
    <dgm:cxn modelId="{5C019828-76B9-4187-9937-EF1F9C61289D}" srcId="{329139B7-67E4-4F7B-BC18-0BD77F060E51}" destId="{3EA1FFE5-2323-47AA-A090-EFEAC8AB6D8C}" srcOrd="0" destOrd="0" parTransId="{04E78ECD-8ABD-4CF5-BE5B-AA716E9A7CBE}" sibTransId="{6C8906DF-D58D-420C-9BE6-0CC00F113607}"/>
    <dgm:cxn modelId="{E32BA631-8061-4463-878C-CCF14121D1DF}" type="presOf" srcId="{38B2A918-B865-468C-9BAB-B3F634BEE5A1}" destId="{1AC812BA-4F17-4A08-9C85-DB978CD6447E}" srcOrd="0" destOrd="0" presId="urn:microsoft.com/office/officeart/2008/layout/LinedList"/>
    <dgm:cxn modelId="{932A1F37-56A7-49D9-9B18-9856B37E8684}" srcId="{329139B7-67E4-4F7B-BC18-0BD77F060E51}" destId="{B426D5A1-7D07-4B17-876E-347B4E2BB8F3}" srcOrd="2" destOrd="0" parTransId="{7B6677E6-C920-44DA-927C-95220FE6F117}" sibTransId="{410B3FF5-C343-441D-A4F6-3E0BABF5C42A}"/>
    <dgm:cxn modelId="{4C327048-4974-4E89-A287-901025A84912}" type="presOf" srcId="{637EC7FF-5906-40B8-9651-BEAC187828DA}" destId="{4D722B20-C98A-4EE9-8E81-E3C9302473A2}" srcOrd="0" destOrd="0" presId="urn:microsoft.com/office/officeart/2008/layout/LinedList"/>
    <dgm:cxn modelId="{9457A857-DA2C-4E36-B739-0176D6CE4CA5}" srcId="{329139B7-67E4-4F7B-BC18-0BD77F060E51}" destId="{C64504AA-7F21-41B3-A36A-BAC30C7E50E9}" srcOrd="4" destOrd="0" parTransId="{BDC56944-1105-43FE-A637-AB1F2AB0C8B4}" sibTransId="{8B04ECA2-6171-4A77-A279-642CA6601D2F}"/>
    <dgm:cxn modelId="{E8FD6FCF-B27B-4F35-978F-77684A038EDD}" type="presOf" srcId="{B426D5A1-7D07-4B17-876E-347B4E2BB8F3}" destId="{BC3262C4-70A8-4DE2-BA5C-576AA103455E}" srcOrd="0" destOrd="0" presId="urn:microsoft.com/office/officeart/2008/layout/LinedList"/>
    <dgm:cxn modelId="{48D091D3-AA12-4AD8-8985-2AF5499229BA}" srcId="{329139B7-67E4-4F7B-BC18-0BD77F060E51}" destId="{38B2A918-B865-468C-9BAB-B3F634BEE5A1}" srcOrd="1" destOrd="0" parTransId="{E42863E4-59D4-47AA-AA20-519600CDE7C0}" sibTransId="{B65DEC6E-6972-4816-B130-944836F34B89}"/>
    <dgm:cxn modelId="{828896D3-C80A-4072-9FCC-FB326DEFB261}" type="presOf" srcId="{3EA1FFE5-2323-47AA-A090-EFEAC8AB6D8C}" destId="{0783FF01-A11F-420C-9F8B-FDEF4F4FABA9}" srcOrd="0" destOrd="0" presId="urn:microsoft.com/office/officeart/2008/layout/LinedList"/>
    <dgm:cxn modelId="{855DB6E3-44D0-4877-A8EE-80E8F4E757C6}" type="presOf" srcId="{C64504AA-7F21-41B3-A36A-BAC30C7E50E9}" destId="{F6D620B3-FC8F-4CFD-87B5-F36EAB06DE29}" srcOrd="0" destOrd="0" presId="urn:microsoft.com/office/officeart/2008/layout/LinedList"/>
    <dgm:cxn modelId="{325E6CFF-36F1-4051-9946-0F1619616B86}" type="presOf" srcId="{329139B7-67E4-4F7B-BC18-0BD77F060E51}" destId="{47B70458-A370-43E7-9EFF-6F67F385AFF9}" srcOrd="0" destOrd="0" presId="urn:microsoft.com/office/officeart/2008/layout/LinedList"/>
    <dgm:cxn modelId="{4AE523D6-7AF6-46C0-80EA-903390DD5A30}" type="presParOf" srcId="{47B70458-A370-43E7-9EFF-6F67F385AFF9}" destId="{A380A4A0-15C6-483D-81C5-9B48652CF89D}" srcOrd="0" destOrd="0" presId="urn:microsoft.com/office/officeart/2008/layout/LinedList"/>
    <dgm:cxn modelId="{2E3A50C0-105D-465A-B24C-F95E0E983662}" type="presParOf" srcId="{47B70458-A370-43E7-9EFF-6F67F385AFF9}" destId="{A1456B99-4DEA-40D4-8820-67C6C9A0062D}" srcOrd="1" destOrd="0" presId="urn:microsoft.com/office/officeart/2008/layout/LinedList"/>
    <dgm:cxn modelId="{A2D0F36E-75A1-4263-A698-4ED0D8D85DCB}" type="presParOf" srcId="{A1456B99-4DEA-40D4-8820-67C6C9A0062D}" destId="{0783FF01-A11F-420C-9F8B-FDEF4F4FABA9}" srcOrd="0" destOrd="0" presId="urn:microsoft.com/office/officeart/2008/layout/LinedList"/>
    <dgm:cxn modelId="{6EFEAEBC-27FE-41B3-B10F-5499935E2DBB}" type="presParOf" srcId="{A1456B99-4DEA-40D4-8820-67C6C9A0062D}" destId="{AFEDFB77-2E58-44D6-9769-92F48E777CCD}" srcOrd="1" destOrd="0" presId="urn:microsoft.com/office/officeart/2008/layout/LinedList"/>
    <dgm:cxn modelId="{0967958D-B5C1-4FB0-A400-49E4540145E6}" type="presParOf" srcId="{47B70458-A370-43E7-9EFF-6F67F385AFF9}" destId="{5C06C1B0-1077-4970-B961-273EC85482DC}" srcOrd="2" destOrd="0" presId="urn:microsoft.com/office/officeart/2008/layout/LinedList"/>
    <dgm:cxn modelId="{D890D3ED-00A7-49E5-A07C-B281E78AC16D}" type="presParOf" srcId="{47B70458-A370-43E7-9EFF-6F67F385AFF9}" destId="{33E4102D-EE04-4B91-A3F2-1DDC53532C29}" srcOrd="3" destOrd="0" presId="urn:microsoft.com/office/officeart/2008/layout/LinedList"/>
    <dgm:cxn modelId="{1101F7E2-903F-4F00-AA00-9D418DE63EE0}" type="presParOf" srcId="{33E4102D-EE04-4B91-A3F2-1DDC53532C29}" destId="{1AC812BA-4F17-4A08-9C85-DB978CD6447E}" srcOrd="0" destOrd="0" presId="urn:microsoft.com/office/officeart/2008/layout/LinedList"/>
    <dgm:cxn modelId="{1848D80D-BF23-4821-92A8-0091AA72850C}" type="presParOf" srcId="{33E4102D-EE04-4B91-A3F2-1DDC53532C29}" destId="{ECCF68E7-2BDA-44AC-9829-C1CD36802C12}" srcOrd="1" destOrd="0" presId="urn:microsoft.com/office/officeart/2008/layout/LinedList"/>
    <dgm:cxn modelId="{434325C9-F3AC-4835-B41C-066A68120391}" type="presParOf" srcId="{47B70458-A370-43E7-9EFF-6F67F385AFF9}" destId="{1239BADF-49CE-4C8B-995B-0C505EA1FAFE}" srcOrd="4" destOrd="0" presId="urn:microsoft.com/office/officeart/2008/layout/LinedList"/>
    <dgm:cxn modelId="{7CB1D7B6-7E1E-4087-BD5B-E9F36A5BA8D2}" type="presParOf" srcId="{47B70458-A370-43E7-9EFF-6F67F385AFF9}" destId="{D605358B-AFD9-46AF-B5CC-A83EE8EB97CF}" srcOrd="5" destOrd="0" presId="urn:microsoft.com/office/officeart/2008/layout/LinedList"/>
    <dgm:cxn modelId="{41F67DD5-50D3-4373-B16C-E4F134238AF1}" type="presParOf" srcId="{D605358B-AFD9-46AF-B5CC-A83EE8EB97CF}" destId="{BC3262C4-70A8-4DE2-BA5C-576AA103455E}" srcOrd="0" destOrd="0" presId="urn:microsoft.com/office/officeart/2008/layout/LinedList"/>
    <dgm:cxn modelId="{76879239-B194-4EA5-B802-2965CCD9D781}" type="presParOf" srcId="{D605358B-AFD9-46AF-B5CC-A83EE8EB97CF}" destId="{25A51393-419E-4B98-BFA1-70C85ACBD2B3}" srcOrd="1" destOrd="0" presId="urn:microsoft.com/office/officeart/2008/layout/LinedList"/>
    <dgm:cxn modelId="{7798959F-5860-4ACE-AB6E-37BEDC43CF79}" type="presParOf" srcId="{47B70458-A370-43E7-9EFF-6F67F385AFF9}" destId="{8C1ED399-342E-445D-8CC6-3C0DDE2C0C81}" srcOrd="6" destOrd="0" presId="urn:microsoft.com/office/officeart/2008/layout/LinedList"/>
    <dgm:cxn modelId="{30285697-5451-4540-A8CF-F3DE5D4498B2}" type="presParOf" srcId="{47B70458-A370-43E7-9EFF-6F67F385AFF9}" destId="{11CDC4E4-621A-4BED-B50A-56F25CB08A3B}" srcOrd="7" destOrd="0" presId="urn:microsoft.com/office/officeart/2008/layout/LinedList"/>
    <dgm:cxn modelId="{E013D4EF-2DDF-4F6B-BDE4-121BAFEA4EF6}" type="presParOf" srcId="{11CDC4E4-621A-4BED-B50A-56F25CB08A3B}" destId="{4D722B20-C98A-4EE9-8E81-E3C9302473A2}" srcOrd="0" destOrd="0" presId="urn:microsoft.com/office/officeart/2008/layout/LinedList"/>
    <dgm:cxn modelId="{FFB4551D-37A6-4CE8-8E4B-6BD405DB9D64}" type="presParOf" srcId="{11CDC4E4-621A-4BED-B50A-56F25CB08A3B}" destId="{6C0CDB8C-E1E8-4DB1-AB58-85ACE56576DB}" srcOrd="1" destOrd="0" presId="urn:microsoft.com/office/officeart/2008/layout/LinedList"/>
    <dgm:cxn modelId="{0A6D3BAA-59DF-4027-A7DE-339A3EC4AC1B}" type="presParOf" srcId="{47B70458-A370-43E7-9EFF-6F67F385AFF9}" destId="{245596AD-A9F3-48E2-9B91-E1A9E37A2A83}" srcOrd="8" destOrd="0" presId="urn:microsoft.com/office/officeart/2008/layout/LinedList"/>
    <dgm:cxn modelId="{87D5DED2-E8BC-4FD7-BF18-02A184CC3343}" type="presParOf" srcId="{47B70458-A370-43E7-9EFF-6F67F385AFF9}" destId="{7BFADD4C-BF66-4085-9FFF-B291569B0E85}" srcOrd="9" destOrd="0" presId="urn:microsoft.com/office/officeart/2008/layout/LinedList"/>
    <dgm:cxn modelId="{EA82C17A-74D8-49CF-B0E6-B5F36697C27A}" type="presParOf" srcId="{7BFADD4C-BF66-4085-9FFF-B291569B0E85}" destId="{F6D620B3-FC8F-4CFD-87B5-F36EAB06DE29}" srcOrd="0" destOrd="0" presId="urn:microsoft.com/office/officeart/2008/layout/LinedList"/>
    <dgm:cxn modelId="{8762E326-F828-4926-B4E7-B92E8F453E4E}" type="presParOf" srcId="{7BFADD4C-BF66-4085-9FFF-B291569B0E85}" destId="{51769BB6-D055-48B4-A657-D1FAE6E3945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CC0BC8-13B3-4CB1-B314-A7BF3168E3F4}">
      <dsp:nvSpPr>
        <dsp:cNvPr id="0" name=""/>
        <dsp:cNvSpPr/>
      </dsp:nvSpPr>
      <dsp:spPr>
        <a:xfrm>
          <a:off x="0" y="98059"/>
          <a:ext cx="6666833" cy="126477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Most current literature about machine translation is concerned with LLMs, but it should still generally apply, with some exceptions.</a:t>
          </a:r>
        </a:p>
      </dsp:txBody>
      <dsp:txXfrm>
        <a:off x="61741" y="159800"/>
        <a:ext cx="6543351" cy="1141288"/>
      </dsp:txXfrm>
    </dsp:sp>
    <dsp:sp modelId="{8520D813-AE91-4A7A-AA6C-3E6A263E78ED}">
      <dsp:nvSpPr>
        <dsp:cNvPr id="0" name=""/>
        <dsp:cNvSpPr/>
      </dsp:nvSpPr>
      <dsp:spPr>
        <a:xfrm>
          <a:off x="0" y="1429069"/>
          <a:ext cx="6666833" cy="126477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Machine translation struggles more with languages in different language groups (Mohammed, 2025).</a:t>
          </a:r>
        </a:p>
      </dsp:txBody>
      <dsp:txXfrm>
        <a:off x="61741" y="1490810"/>
        <a:ext cx="6543351" cy="1141288"/>
      </dsp:txXfrm>
    </dsp:sp>
    <dsp:sp modelId="{5BF19E1B-0FE7-40B5-B726-3CBD4E14DE68}">
      <dsp:nvSpPr>
        <dsp:cNvPr id="0" name=""/>
        <dsp:cNvSpPr/>
      </dsp:nvSpPr>
      <dsp:spPr>
        <a:xfrm>
          <a:off x="0" y="2760080"/>
          <a:ext cx="6666833" cy="126477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Machine translation sometimes ignores universal principles of translation, most notably simplification (Jiang, 2025).</a:t>
          </a:r>
        </a:p>
      </dsp:txBody>
      <dsp:txXfrm>
        <a:off x="61741" y="2821821"/>
        <a:ext cx="6543351" cy="1141288"/>
      </dsp:txXfrm>
    </dsp:sp>
    <dsp:sp modelId="{E15140E1-CBD6-433C-9933-FF66E53E4D11}">
      <dsp:nvSpPr>
        <dsp:cNvPr id="0" name=""/>
        <dsp:cNvSpPr/>
      </dsp:nvSpPr>
      <dsp:spPr>
        <a:xfrm>
          <a:off x="0" y="4091090"/>
          <a:ext cx="6666833" cy="126477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When covering issues with machine translation models, it is important to avoid prompts with significant user error (Ji, et al., 2025).</a:t>
          </a:r>
        </a:p>
      </dsp:txBody>
      <dsp:txXfrm>
        <a:off x="61741" y="4152831"/>
        <a:ext cx="6543351" cy="11412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378081-8BCA-475B-BCC8-0272A70895C4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F47C59-349A-4C6B-8689-04C853ECE1E9}">
      <dsp:nvSpPr>
        <dsp:cNvPr id="0" name=""/>
        <dsp:cNvSpPr/>
      </dsp:nvSpPr>
      <dsp:spPr>
        <a:xfrm>
          <a:off x="136461" y="1690715"/>
          <a:ext cx="1953694" cy="65447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Today</a:t>
          </a:r>
        </a:p>
      </dsp:txBody>
      <dsp:txXfrm>
        <a:off x="136461" y="1690715"/>
        <a:ext cx="1953694" cy="654470"/>
      </dsp:txXfrm>
    </dsp:sp>
    <dsp:sp modelId="{80C0129D-4BA3-4A62-9570-AC6855E61102}">
      <dsp:nvSpPr>
        <dsp:cNvPr id="0" name=""/>
        <dsp:cNvSpPr/>
      </dsp:nvSpPr>
      <dsp:spPr>
        <a:xfrm>
          <a:off x="136461" y="1031336"/>
          <a:ext cx="1953694" cy="65937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925" tIns="161925" rIns="161925" bIns="161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Presentation</a:t>
          </a:r>
        </a:p>
      </dsp:txBody>
      <dsp:txXfrm>
        <a:off x="136461" y="1031336"/>
        <a:ext cx="1953694" cy="659378"/>
      </dsp:txXfrm>
    </dsp:sp>
    <dsp:sp modelId="{16F9D3B3-BC95-4B94-82ED-8FD81B0543C3}">
      <dsp:nvSpPr>
        <dsp:cNvPr id="0" name=""/>
        <dsp:cNvSpPr/>
      </dsp:nvSpPr>
      <dsp:spPr>
        <a:xfrm>
          <a:off x="1113309" y="2345185"/>
          <a:ext cx="0" cy="381774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89B252-0C5A-4461-9945-E7EF666F6EA7}">
      <dsp:nvSpPr>
        <dsp:cNvPr id="0" name=""/>
        <dsp:cNvSpPr/>
      </dsp:nvSpPr>
      <dsp:spPr>
        <a:xfrm>
          <a:off x="1246515" y="3108734"/>
          <a:ext cx="1953694" cy="654470"/>
        </a:xfrm>
        <a:prstGeom prst="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9 Oct.</a:t>
          </a:r>
        </a:p>
      </dsp:txBody>
      <dsp:txXfrm>
        <a:off x="1246515" y="3108734"/>
        <a:ext cx="1953694" cy="654470"/>
      </dsp:txXfrm>
    </dsp:sp>
    <dsp:sp modelId="{0469682A-1E7F-4FD7-8F0B-358A33881298}">
      <dsp:nvSpPr>
        <dsp:cNvPr id="0" name=""/>
        <dsp:cNvSpPr/>
      </dsp:nvSpPr>
      <dsp:spPr>
        <a:xfrm>
          <a:off x="1246515" y="3763204"/>
          <a:ext cx="1953694" cy="1050885"/>
        </a:xfrm>
        <a:prstGeom prst="rect">
          <a:avLst/>
        </a:prstGeom>
        <a:solidFill>
          <a:schemeClr val="accent5">
            <a:tint val="40000"/>
            <a:alpha val="90000"/>
            <a:hueOff val="-2986166"/>
            <a:satOff val="667"/>
            <a:lumOff val="10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986166"/>
              <a:satOff val="667"/>
              <a:lumOff val="10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925" tIns="161925" rIns="161925" bIns="161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Issue identification &amp; selection</a:t>
          </a:r>
        </a:p>
      </dsp:txBody>
      <dsp:txXfrm>
        <a:off x="1246515" y="3763204"/>
        <a:ext cx="1953694" cy="1050885"/>
      </dsp:txXfrm>
    </dsp:sp>
    <dsp:sp modelId="{9E6AC3E3-D875-4EBE-A40E-9E6B5AA4B893}">
      <dsp:nvSpPr>
        <dsp:cNvPr id="0" name=""/>
        <dsp:cNvSpPr/>
      </dsp:nvSpPr>
      <dsp:spPr>
        <a:xfrm>
          <a:off x="2223362" y="2726959"/>
          <a:ext cx="0" cy="381774"/>
        </a:xfrm>
        <a:prstGeom prst="line">
          <a:avLst/>
        </a:prstGeom>
        <a:noFill/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E7D44C-8D33-4A2B-BCD0-31CB88FC4EAE}">
      <dsp:nvSpPr>
        <dsp:cNvPr id="0" name=""/>
        <dsp:cNvSpPr/>
      </dsp:nvSpPr>
      <dsp:spPr>
        <a:xfrm rot="2700000">
          <a:off x="1070887" y="2684538"/>
          <a:ext cx="84843" cy="84843"/>
        </a:xfrm>
        <a:prstGeom prst="rect">
          <a:avLst/>
        </a:prstGeom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50F9DFA-391F-466C-91BE-7DC426F2AD36}">
      <dsp:nvSpPr>
        <dsp:cNvPr id="0" name=""/>
        <dsp:cNvSpPr/>
      </dsp:nvSpPr>
      <dsp:spPr>
        <a:xfrm rot="2700000">
          <a:off x="2180941" y="2684538"/>
          <a:ext cx="84843" cy="84843"/>
        </a:xfrm>
        <a:prstGeom prst="rect">
          <a:avLst/>
        </a:prstGeom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C66CEBE-BC41-41AD-8EA1-35ECEFC1920A}">
      <dsp:nvSpPr>
        <dsp:cNvPr id="0" name=""/>
        <dsp:cNvSpPr/>
      </dsp:nvSpPr>
      <dsp:spPr>
        <a:xfrm>
          <a:off x="2356569" y="1690715"/>
          <a:ext cx="1953694" cy="654470"/>
        </a:xfrm>
        <a:prstGeom prst="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23 Oct.</a:t>
          </a:r>
        </a:p>
      </dsp:txBody>
      <dsp:txXfrm>
        <a:off x="2356569" y="1690715"/>
        <a:ext cx="1953694" cy="654470"/>
      </dsp:txXfrm>
    </dsp:sp>
    <dsp:sp modelId="{0025799E-67F6-4C23-8DEB-7F6611182AA4}">
      <dsp:nvSpPr>
        <dsp:cNvPr id="0" name=""/>
        <dsp:cNvSpPr/>
      </dsp:nvSpPr>
      <dsp:spPr>
        <a:xfrm>
          <a:off x="2356569" y="413168"/>
          <a:ext cx="1953694" cy="1277546"/>
        </a:xfrm>
        <a:prstGeom prst="rect">
          <a:avLst/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972333"/>
              <a:satOff val="1333"/>
              <a:lumOff val="20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925" tIns="161925" rIns="161925" bIns="161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visualization &amp; partial demonstration</a:t>
          </a:r>
        </a:p>
      </dsp:txBody>
      <dsp:txXfrm>
        <a:off x="2356569" y="413168"/>
        <a:ext cx="1953694" cy="1277546"/>
      </dsp:txXfrm>
    </dsp:sp>
    <dsp:sp modelId="{7BBE6243-252C-471D-B821-F31D7C3CAF79}">
      <dsp:nvSpPr>
        <dsp:cNvPr id="0" name=""/>
        <dsp:cNvSpPr/>
      </dsp:nvSpPr>
      <dsp:spPr>
        <a:xfrm>
          <a:off x="3333416" y="2345185"/>
          <a:ext cx="0" cy="381774"/>
        </a:xfrm>
        <a:prstGeom prst="line">
          <a:avLst/>
        </a:pr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CB5FF0-411F-4EA7-98B5-043A2037A819}">
      <dsp:nvSpPr>
        <dsp:cNvPr id="0" name=""/>
        <dsp:cNvSpPr/>
      </dsp:nvSpPr>
      <dsp:spPr>
        <a:xfrm>
          <a:off x="3466622" y="3108734"/>
          <a:ext cx="1953694" cy="654470"/>
        </a:xfrm>
        <a:prstGeom prst="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20 Nov.</a:t>
          </a:r>
        </a:p>
      </dsp:txBody>
      <dsp:txXfrm>
        <a:off x="3466622" y="3108734"/>
        <a:ext cx="1953694" cy="654470"/>
      </dsp:txXfrm>
    </dsp:sp>
    <dsp:sp modelId="{F57C2778-D2B4-4BDD-AE38-0CC9FEC4622F}">
      <dsp:nvSpPr>
        <dsp:cNvPr id="0" name=""/>
        <dsp:cNvSpPr/>
      </dsp:nvSpPr>
      <dsp:spPr>
        <a:xfrm>
          <a:off x="3466622" y="3763204"/>
          <a:ext cx="1953694" cy="1277546"/>
        </a:xfrm>
        <a:prstGeom prst="rect">
          <a:avLst/>
        </a:prstGeom>
        <a:solidFill>
          <a:schemeClr val="accent5">
            <a:tint val="40000"/>
            <a:alpha val="90000"/>
            <a:hueOff val="-8958499"/>
            <a:satOff val="2000"/>
            <a:lumOff val="30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8958499"/>
              <a:satOff val="2000"/>
              <a:lumOff val="3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925" tIns="161925" rIns="161925" bIns="161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Completed model fine-tuning &amp; demonstration</a:t>
          </a:r>
        </a:p>
      </dsp:txBody>
      <dsp:txXfrm>
        <a:off x="3466622" y="3763204"/>
        <a:ext cx="1953694" cy="1277546"/>
      </dsp:txXfrm>
    </dsp:sp>
    <dsp:sp modelId="{E06603A4-E18C-43E2-BF86-FE9936198836}">
      <dsp:nvSpPr>
        <dsp:cNvPr id="0" name=""/>
        <dsp:cNvSpPr/>
      </dsp:nvSpPr>
      <dsp:spPr>
        <a:xfrm>
          <a:off x="4443470" y="2726959"/>
          <a:ext cx="0" cy="381774"/>
        </a:xfrm>
        <a:prstGeom prst="line">
          <a:avLst/>
        </a:prstGeom>
        <a:noFill/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F40ABF-67C0-4131-970A-CC8EBF8AB0C0}">
      <dsp:nvSpPr>
        <dsp:cNvPr id="0" name=""/>
        <dsp:cNvSpPr/>
      </dsp:nvSpPr>
      <dsp:spPr>
        <a:xfrm rot="2700000">
          <a:off x="3290994" y="2684538"/>
          <a:ext cx="84843" cy="84843"/>
        </a:xfrm>
        <a:prstGeom prst="rect">
          <a:avLst/>
        </a:prstGeom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AD0ED3-5887-474F-B2C5-7905851879E2}">
      <dsp:nvSpPr>
        <dsp:cNvPr id="0" name=""/>
        <dsp:cNvSpPr/>
      </dsp:nvSpPr>
      <dsp:spPr>
        <a:xfrm rot="2700000">
          <a:off x="4401048" y="2684538"/>
          <a:ext cx="84843" cy="84843"/>
        </a:xfrm>
        <a:prstGeom prst="rect">
          <a:avLst/>
        </a:prstGeom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048E389-C601-455B-9E2B-78CD65BB38FD}">
      <dsp:nvSpPr>
        <dsp:cNvPr id="0" name=""/>
        <dsp:cNvSpPr/>
      </dsp:nvSpPr>
      <dsp:spPr>
        <a:xfrm>
          <a:off x="4576676" y="1690715"/>
          <a:ext cx="1953694" cy="654470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10 Dec.</a:t>
          </a:r>
        </a:p>
      </dsp:txBody>
      <dsp:txXfrm>
        <a:off x="4576676" y="1690715"/>
        <a:ext cx="1953694" cy="654470"/>
      </dsp:txXfrm>
    </dsp:sp>
    <dsp:sp modelId="{AC756533-F9EC-49DE-8E1E-CED2D3D0E0B0}">
      <dsp:nvSpPr>
        <dsp:cNvPr id="0" name=""/>
        <dsp:cNvSpPr/>
      </dsp:nvSpPr>
      <dsp:spPr>
        <a:xfrm>
          <a:off x="4576676" y="887097"/>
          <a:ext cx="1953694" cy="803618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925" tIns="161925" rIns="161925" bIns="161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Presentation &amp; report</a:t>
          </a:r>
        </a:p>
      </dsp:txBody>
      <dsp:txXfrm>
        <a:off x="4576676" y="887097"/>
        <a:ext cx="1953694" cy="803618"/>
      </dsp:txXfrm>
    </dsp:sp>
    <dsp:sp modelId="{6D8AA81F-D763-4502-AF51-6F50733A167C}">
      <dsp:nvSpPr>
        <dsp:cNvPr id="0" name=""/>
        <dsp:cNvSpPr/>
      </dsp:nvSpPr>
      <dsp:spPr>
        <a:xfrm>
          <a:off x="5553523" y="2345185"/>
          <a:ext cx="0" cy="381774"/>
        </a:xfrm>
        <a:prstGeom prst="line">
          <a:avLst/>
        </a:pr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E8A392-7611-4AFC-BD22-4C8CA863C844}">
      <dsp:nvSpPr>
        <dsp:cNvPr id="0" name=""/>
        <dsp:cNvSpPr/>
      </dsp:nvSpPr>
      <dsp:spPr>
        <a:xfrm rot="2700000">
          <a:off x="5511102" y="2684538"/>
          <a:ext cx="84843" cy="84843"/>
        </a:xfrm>
        <a:prstGeom prst="rect">
          <a:avLst/>
        </a:prstGeom>
        <a:gradFill rotWithShape="0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80A4A0-15C6-483D-81C5-9B48652CF89D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83FF01-A11F-420C-9F8B-FDEF4F4FABA9}">
      <dsp:nvSpPr>
        <dsp:cNvPr id="0" name=""/>
        <dsp:cNvSpPr/>
      </dsp:nvSpPr>
      <dsp:spPr>
        <a:xfrm>
          <a:off x="0" y="665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Chan, V., &amp; Tang, W. K.-W. (2024). GPT for Translation: A Systematic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	Literature Review. </a:t>
          </a:r>
          <a:r>
            <a:rPr lang="en-US" sz="1500" i="1" kern="1200" dirty="0"/>
            <a:t>SN Computer Science</a:t>
          </a:r>
          <a:r>
            <a:rPr lang="en-US" sz="1500" kern="1200" dirty="0"/>
            <a:t>, </a:t>
          </a:r>
          <a:r>
            <a:rPr lang="en-US" sz="1500" i="1" kern="1200" dirty="0"/>
            <a:t>5</a:t>
          </a:r>
          <a:r>
            <a:rPr lang="en-US" sz="1500" kern="1200" dirty="0"/>
            <a:t>(8), Article 986. 	</a:t>
          </a:r>
          <a:r>
            <a:rPr lang="en-US" sz="1500" u="sng" kern="1200" dirty="0">
              <a:hlinkClick xmlns:r="http://schemas.openxmlformats.org/officeDocument/2006/relationships" r:id="rId1"/>
            </a:rPr>
            <a:t>https://doi.org/10.1007/s42979-024-03340-z</a:t>
          </a:r>
          <a:endParaRPr lang="en-US" sz="1500" kern="1200" dirty="0"/>
        </a:p>
      </dsp:txBody>
      <dsp:txXfrm>
        <a:off x="0" y="665"/>
        <a:ext cx="6666833" cy="1090517"/>
      </dsp:txXfrm>
    </dsp:sp>
    <dsp:sp modelId="{5C06C1B0-1077-4970-B961-273EC85482DC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C812BA-4F17-4A08-9C85-DB978CD6447E}">
      <dsp:nvSpPr>
        <dsp:cNvPr id="0" name=""/>
        <dsp:cNvSpPr/>
      </dsp:nvSpPr>
      <dsp:spPr>
        <a:xfrm>
          <a:off x="0" y="1091183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Ji, B., Duan, X., Zhang, Y., Wu, K., &amp; Zhang, M. (2025). Zero-Shot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	Prompting for LLM-Based Machine Translation Using In-Domain Target 	Sentences. </a:t>
          </a:r>
          <a:r>
            <a:rPr lang="en-US" sz="1500" i="1" kern="1200" dirty="0"/>
            <a:t>IEEE Transactions on Audio, Speech and Language 	Processing</a:t>
          </a:r>
          <a:r>
            <a:rPr lang="en-US" sz="1500" kern="1200" dirty="0"/>
            <a:t>, </a:t>
          </a:r>
          <a:r>
            <a:rPr lang="en-US" sz="1500" i="1" kern="1200" dirty="0"/>
            <a:t>33</a:t>
          </a:r>
          <a:r>
            <a:rPr lang="en-US" sz="1500" kern="1200" dirty="0"/>
            <a:t>, 251–261. </a:t>
          </a:r>
          <a:r>
            <a:rPr lang="en-US" sz="1500" u="sng" kern="1200" dirty="0">
              <a:hlinkClick xmlns:r="http://schemas.openxmlformats.org/officeDocument/2006/relationships" r:id="rId2"/>
            </a:rPr>
            <a:t>https://doi.org/10.1109/TASLP.2024.3519814</a:t>
          </a:r>
          <a:endParaRPr lang="en-US" sz="1500" kern="1200" dirty="0"/>
        </a:p>
      </dsp:txBody>
      <dsp:txXfrm>
        <a:off x="0" y="1091183"/>
        <a:ext cx="6666833" cy="1090517"/>
      </dsp:txXfrm>
    </dsp:sp>
    <dsp:sp modelId="{1239BADF-49CE-4C8B-995B-0C505EA1FAFE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C3262C4-70A8-4DE2-BA5C-576AA103455E}">
      <dsp:nvSpPr>
        <dsp:cNvPr id="0" name=""/>
        <dsp:cNvSpPr/>
      </dsp:nvSpPr>
      <dsp:spPr>
        <a:xfrm>
          <a:off x="0" y="2181701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Jiang, Z. (2025). Does LLM translation align with translation universals? A cross-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	genre simplification study on English-Chinese translation based on 	dependency grammar. </a:t>
          </a:r>
          <a:r>
            <a:rPr lang="en-US" sz="1500" i="1" kern="1200" dirty="0" err="1"/>
            <a:t>PloS</a:t>
          </a:r>
          <a:r>
            <a:rPr lang="en-US" sz="1500" i="1" kern="1200" dirty="0"/>
            <a:t> One</a:t>
          </a:r>
          <a:r>
            <a:rPr lang="en-US" sz="1500" kern="1200" dirty="0"/>
            <a:t>, </a:t>
          </a:r>
          <a:r>
            <a:rPr lang="en-US" sz="1500" i="1" kern="1200" dirty="0"/>
            <a:t>20</a:t>
          </a:r>
          <a:r>
            <a:rPr lang="en-US" sz="1500" kern="1200" dirty="0"/>
            <a:t>(6), e0324830. 	</a:t>
          </a:r>
          <a:r>
            <a:rPr lang="en-US" sz="1500" u="sng" kern="1200" dirty="0">
              <a:hlinkClick xmlns:r="http://schemas.openxmlformats.org/officeDocument/2006/relationships" r:id="rId3"/>
            </a:rPr>
            <a:t>https://doi.org/10.1371/journal.pone.0324830</a:t>
          </a:r>
          <a:endParaRPr lang="en-US" sz="1500" kern="1200" dirty="0"/>
        </a:p>
      </dsp:txBody>
      <dsp:txXfrm>
        <a:off x="0" y="2181701"/>
        <a:ext cx="6666833" cy="1090517"/>
      </dsp:txXfrm>
    </dsp:sp>
    <dsp:sp modelId="{8C1ED399-342E-445D-8CC6-3C0DDE2C0C81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722B20-C98A-4EE9-8E81-E3C9302473A2}">
      <dsp:nvSpPr>
        <dsp:cNvPr id="0" name=""/>
        <dsp:cNvSpPr/>
      </dsp:nvSpPr>
      <dsp:spPr>
        <a:xfrm>
          <a:off x="0" y="3272218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Ju, F., &amp; Wang, W. (2025). Non‐Autoregressive Translation Algorithm Based on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	LLM Knowledge Distillation in English Corpus. </a:t>
          </a:r>
          <a:r>
            <a:rPr lang="en-US" sz="1500" i="1" kern="1200" dirty="0"/>
            <a:t>Engineering Reports 	(Hoboken, N.J.)</a:t>
          </a:r>
          <a:r>
            <a:rPr lang="en-US" sz="1500" kern="1200" dirty="0"/>
            <a:t>, </a:t>
          </a:r>
          <a:r>
            <a:rPr lang="en-US" sz="1500" i="1" kern="1200" dirty="0"/>
            <a:t>7</a:t>
          </a:r>
          <a:r>
            <a:rPr lang="en-US" sz="1500" kern="1200" dirty="0"/>
            <a:t>(1). </a:t>
          </a:r>
          <a:r>
            <a:rPr lang="en-US" sz="1500" u="sng" kern="1200" dirty="0">
              <a:hlinkClick xmlns:r="http://schemas.openxmlformats.org/officeDocument/2006/relationships" r:id="rId4"/>
            </a:rPr>
            <a:t>https://doi.org/10.1002/eng2.13077</a:t>
          </a:r>
          <a:endParaRPr lang="en-US" sz="1500" kern="1200" dirty="0"/>
        </a:p>
      </dsp:txBody>
      <dsp:txXfrm>
        <a:off x="0" y="3272218"/>
        <a:ext cx="6666833" cy="1090517"/>
      </dsp:txXfrm>
    </dsp:sp>
    <dsp:sp modelId="{245596AD-A9F3-48E2-9B91-E1A9E37A2A83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6D620B3-FC8F-4CFD-87B5-F36EAB06DE29}">
      <dsp:nvSpPr>
        <dsp:cNvPr id="0" name=""/>
        <dsp:cNvSpPr/>
      </dsp:nvSpPr>
      <dsp:spPr>
        <a:xfrm>
          <a:off x="0" y="4362736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Mohammed, T. A. S. (2025). Evaluating Translation Quality: A Qualitative and 	Quantitative Assessment of Machine and LLM-Driven Arabic–English 	Translations. </a:t>
          </a:r>
          <a:r>
            <a:rPr lang="en-US" sz="1500" i="1" kern="1200" dirty="0"/>
            <a:t>Information (Basel)</a:t>
          </a:r>
          <a:r>
            <a:rPr lang="en-US" sz="1500" kern="1200" dirty="0"/>
            <a:t>, </a:t>
          </a:r>
          <a:r>
            <a:rPr lang="en-US" sz="1500" i="1" kern="1200" dirty="0"/>
            <a:t>16</a:t>
          </a:r>
          <a:r>
            <a:rPr lang="en-US" sz="1500" kern="1200" dirty="0"/>
            <a:t>(6), 440. 	</a:t>
          </a:r>
          <a:r>
            <a:rPr lang="en-US" sz="1500" u="sng" kern="1200" dirty="0">
              <a:hlinkClick xmlns:r="http://schemas.openxmlformats.org/officeDocument/2006/relationships" r:id="rId5"/>
            </a:rPr>
            <a:t>https://doi.org/10.3390/info16060440</a:t>
          </a:r>
          <a:endParaRPr lang="en-US" sz="1500" kern="1200" dirty="0"/>
        </a:p>
      </dsp:txBody>
      <dsp:txXfrm>
        <a:off x="0" y="4362736"/>
        <a:ext cx="6666833" cy="10905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7/3/layout/HorizontalLabelsTimeline">
  <dgm:title val="Horizontal Labels Timeline"/>
  <dgm:desc val="Use to show a list of events in chronological order. The rectangular shape contains the description while the date is shown immediately below. It can display a large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/>
    </dgm:constrLst>
    <dgm:layoutNode name="divider" styleLbl="fgAcc1">
      <dgm:alg type="sp"/>
      <dgm:shape xmlns:r="http://schemas.openxmlformats.org/officeDocument/2006/relationships" type="line" r:blip="" zOrderOff="-1">
        <dgm:adjLst/>
      </dgm:shap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hoose name="constrBasedOnChildrenCount">
        <dgm:if name="constrForTwoChildren" axis="ch" ptType="node" func="cnt" op="lte" val="2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0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if>
        <dgm:else name="constrForRest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-0.5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else>
      </dgm:choose>
      <dgm:forEach name="nodesForEach" axis="ch" ptType="node">
        <dgm:layoutNode name="composite">
          <dgm:alg type="composite"/>
          <dgm:shape xmlns:r="http://schemas.openxmlformats.org/officeDocument/2006/relationships" r:blip="">
            <dgm:adjLst/>
          </dgm:shape>
          <dgm:choose name="CaseForPlacingNodesAboveAndBelowDivider">
            <dgm:if name="CaseForPlacingNodeAboveDivider" axis="self" ptType="node" func="posOdd" op="equ" val="1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31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b" for="ch" forName="L2TextContainerWrapper" refType="h" fact="0.31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43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.5"/>
              </dgm:constrLst>
            </dgm:if>
            <dgm:else name="CaseForPlacingNodeBelowDivider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57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t" for="ch" forName="L2TextContainerWrapper" refType="h" fact="0.69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5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"/>
              </dgm:constrLst>
            </dgm:else>
          </dgm:choose>
          <dgm:layoutNode name="L1TextContainer" styleLbl="alignNode1">
            <dgm:varLst>
              <dgm:chMax val="1"/>
              <dgm:chPref val="1"/>
              <dgm:bulletEnabled val="1"/>
            </dgm:varLst>
            <dgm:alg type="tx">
              <dgm:param type="txAnchorVert" val="mid"/>
              <dgm:param type="parTxLTRAlign" val="ctr"/>
              <dgm:param type="parTxRTLAlign" val="ctr"/>
            </dgm:alg>
            <dgm:shape xmlns:r="http://schemas.openxmlformats.org/officeDocument/2006/relationships" type="rect" r:blip="">
              <dgm:adjLst/>
            </dgm:shape>
            <dgm:presOf axis="self"/>
            <dgm:constrLst>
              <dgm:constr type="tMarg" refType="primFontSz" fact="0.4"/>
              <dgm:constr type="bMarg" refType="primFontSz" fact="0.4"/>
              <dgm:constr type="lMarg" refType="primFontSz" fact="0.4"/>
              <dgm:constr type="rMarg" refType="primFontSz" fact="0.4"/>
            </dgm:constrLst>
            <dgm:ruleLst>
              <dgm:rule type="primFontSz" val="14" fact="NaN" max="NaN"/>
            </dgm:ruleLst>
          </dgm:layoutNode>
          <dgm:layoutNode name="L2TextContainerWrapper">
            <dgm:varLst>
              <dgm:bulletEnabled val="1"/>
            </dgm:varLst>
            <dgm:alg type="composite"/>
            <dgm:choose name="L2TextContainerConstr">
              <dgm:if name="CaseForPlacingL2TextContaineAboveDivider" axis="self" ptType="node" func="posOdd" op="equ" val="1">
                <dgm:constrLst>
                  <dgm:constr type="h" for="ch" forName="L2TextContainer" refType="h" fact="0.39"/>
                  <dgm:constr type="b" for="ch" forName="L2TextContainer" refType="h"/>
                  <dgm:constr type="h" for="ch" forName="FlexibleEmptyPlaceHolder" refType="h" fact="0.61"/>
                </dgm:constrLst>
              </dgm:if>
              <dgm:else name="CaseForPlacingL2TextContaineBelowDivider">
                <dgm:constrLst>
                  <dgm:constr type="h" for="ch" forName="L2TextContainer" refType="h" fact="0.39"/>
                  <dgm:constr type="h" for="ch" forName="FlexibleEmptyPlaceHolder" refType="h" fact="0.61"/>
                  <dgm:constr type="b" for="ch" forName="FlexibleEmptyPlaceHolder" refType="h"/>
                </dgm:constrLst>
              </dgm:else>
            </dgm:choose>
            <dgm:layoutNode name="L2TextContainer" styleLbl="bgAccFollowNode1" moveWith="L1TextContainer">
              <dgm:choose name="L2TextContainerAlgo">
                <dgm:if name="L2TextContainerAlgoLTR" func="var" arg="dir" op="equ" val="norm">
                  <dgm:alg type="tx">
                    <dgm:param type="txAnchorVert" val="mid"/>
                    <dgm:param type="parTxRTLAlign" val="l"/>
                    <dgm:param type="parTxLTRAlign" val="l"/>
                    <dgm:param type="txAnchorVertCh" val="mid"/>
                    <dgm:param type="shpTxRTLAlignCh" val="l"/>
                    <dgm:param type="shpTxLTRAlignCh" val="l"/>
                  </dgm:alg>
                </dgm:if>
                <dgm:else name="L2TextContainerAlgoRTL">
                  <dgm:alg type="tx">
                    <dgm:param type="txAnchorVert" val="mid"/>
                    <dgm:param type="parTxRTLAlign" val="r"/>
                    <dgm:param type="parTxLTRAlign" val="r"/>
                    <dgm:param type="txAnchorVertCh" val="mid"/>
                    <dgm:param type="shpTxRTLAlignCh" val="r"/>
                    <dgm:param type="shpTxLTRAlignCh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 fact="0.75"/>
                <dgm:constr type="bMarg" refType="primFontSz" fact="0.75"/>
                <dgm:constr type="lMarg" refType="primFontSz" fact="0.75"/>
                <dgm:constr type="rMarg" refType="primFontSz" fact="0.75"/>
              </dgm:constrLst>
              <dgm:ruleLst>
                <dgm:rule type="h" val="INF" fact="NaN" max="NaN"/>
                <dgm:rule type="primFontSz" val="12" fact="NaN" max="NaN"/>
                <dgm:rule type="secFontSz" val="10" fact="NaN" max="NaN"/>
              </dgm:ruleLst>
            </dgm:layoutNode>
            <dgm:layoutNode name="FlexibleEmptyPlaceHolder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</dgm:layoutNode>
          </dgm:layoutNode>
          <dgm:layoutNode name="ConnectLine" styleLbl="sibTrans1D1" moveWith="L1TextContainer">
            <dgm:alg type="sp"/>
            <dgm:shape xmlns:r="http://schemas.openxmlformats.org/officeDocument/2006/relationships" type="line" r:blip="">
              <dgm:adjLst/>
            </dgm:shape>
            <dgm:presOf/>
            <dgm:constrLst/>
          </dgm:layoutNode>
          <dgm:layoutNode name="ConnectorPoint" styleLbl="node1" moveWith="L1TextContainer">
            <dgm:alg type="sp"/>
            <dgm:shape xmlns:r="http://schemas.openxmlformats.org/officeDocument/2006/relationships" rot="45" type="rect" r:blip="" zOrderOff="10">
              <dgm:adjLst/>
              <dgm:extLst>
                <a:ext uri="{B698B0E9-8C71-41B9-8309-B3DCBF30829C}">
                  <dgm1612:spPr xmlns:dgm1612="http://schemas.microsoft.com/office/drawing/2016/12/diagram">
                    <a:ln w="6350"/>
                  </dgm1612:spPr>
                </a:ext>
              </dgm:extLst>
            </dgm:shape>
            <dgm:presOf/>
            <dgm:constrLst/>
          </dgm:layoutNode>
          <dgm:layoutNode name="EmptyPlaceHolder">
            <dgm:alg type="sp"/>
            <dgm:shape xmlns:r="http://schemas.openxmlformats.org/officeDocument/2006/relationships" r:blip="">
              <dgm:adjLst/>
            </dgm:shape>
            <dgm:presOf/>
            <dgm:constrLst/>
          </dgm:layoutNode>
        </dgm:layoutNode>
        <dgm:forEach name="Name28" axis="followSib" ptType="sibTrans" cnt="1">
          <dgm:layoutNode name="spaceBetweenRectangle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6BD09-A8C5-7D28-0586-0A8721C41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B19E9-CA21-32D7-3B96-5C9C68CC97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404E5-0ACE-D90A-563D-85B008ACB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A7E4B-6E3B-4859-B016-9833E8FD7E2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A0B4A-81C3-CE0A-3931-0C5BB5024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1B212-9D40-E2DD-2F7E-8EB56060A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40FF4-3C29-4ADD-87CA-14DD8C018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3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E75AE-206F-88B8-7FFA-C0875441D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BA369-BD7B-72D2-57B4-D1E077E9F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846D6-C758-AEE9-C8F5-D31AD778D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A7E4B-6E3B-4859-B016-9833E8FD7E2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BACAC-158F-D7E0-C1D9-614CDD1E5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6314D-583B-01B5-0FC4-849AEE13D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40FF4-3C29-4ADD-87CA-14DD8C018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8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78988-FBA7-C1E4-AFE0-CD0D7E5C7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3CECF-82EE-5990-65CA-E4776C097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86DE1-95E2-105C-93B7-B3CA4D89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A7E4B-6E3B-4859-B016-9833E8FD7E2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3D966-EA5D-9E0D-0DFC-A5B1E4B5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F559F-3EE1-F8D5-FC58-95BC40620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40FF4-3C29-4ADD-87CA-14DD8C018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95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3CABB-0B5D-F036-A61F-86EE0E915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277AF-3C75-0081-5E3F-188DB1AAB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490F4-4CCB-08AF-A320-CDA889EBE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5544E-F11B-FF11-28C0-2595477A5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A7E4B-6E3B-4859-B016-9833E8FD7E2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DD694-5F25-8C44-19D1-86F077C3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5D9F1-951E-68E6-523A-77095A6F4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40FF4-3C29-4ADD-87CA-14DD8C018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6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B8B53-BF25-B50A-8E37-597FE148D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FACD2-069A-2C89-3792-1338CE7F8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EDDE5-590F-CBDD-BD50-211977350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87F89E-DCF2-7C36-CA03-8FD52BA96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4B7B9A-5315-7898-8C6D-D880DB4E5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9F78A-C4A6-58D0-00D1-A1157F349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A7E4B-6E3B-4859-B016-9833E8FD7E2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A4A229-7E70-C559-A048-661ABAB07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7315C-95DC-7027-949D-E2AD64DF6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40FF4-3C29-4ADD-87CA-14DD8C018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1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08233-1EB9-196F-4D00-D74A0D84E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B5946A-38A5-B89D-7E2C-325DC8E3C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A7E4B-6E3B-4859-B016-9833E8FD7E2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C629F-0175-331E-1889-74B36CDE0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CA6677-134E-9B0C-EB45-5E4BD11A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40FF4-3C29-4ADD-87CA-14DD8C018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33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5B83A5-0705-E17F-7C7C-D236B26ED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A7E4B-6E3B-4859-B016-9833E8FD7E2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861E3A-3D68-57CF-1EB0-E48B6DDA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98189-9AF1-BB9A-5974-2D78E9649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40FF4-3C29-4ADD-87CA-14DD8C018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012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244C-D4CE-7A48-0DC7-1CCF6141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E4401-C26A-A3C2-A15D-ECE59643E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86035-5453-604E-F0E2-D3B9631AC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CC2CD-FA5F-7209-A733-F294C87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A7E4B-6E3B-4859-B016-9833E8FD7E2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9298B-B076-2A9D-E8CD-BD0E3912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5D47A-5924-509C-BEAC-4D6B5FC1B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40FF4-3C29-4ADD-87CA-14DD8C018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852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650D-04BF-B63E-6C15-661AF47CF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273779-A685-C304-071D-1B58CB3EA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32084-2540-602D-FE56-0FF4C575F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D2BF2-B649-5265-9377-EC5F0FD55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A7E4B-6E3B-4859-B016-9833E8FD7E2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C110D-3729-FA2D-121E-6CB3A5A71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544A2-5E04-E523-951B-5017FE48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40FF4-3C29-4ADD-87CA-14DD8C018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821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EB7D-DFB0-F4AD-144B-34855921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856C9-054A-CCC0-5999-CEB6C4386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CF357-CDAF-AB1D-4D8F-149F67E68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A7E4B-6E3B-4859-B016-9833E8FD7E2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5F51D-B9AB-D072-D45D-1F4A75F2F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7DD94-DE51-074F-D65D-4679AF234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40FF4-3C29-4ADD-87CA-14DD8C018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6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04C12-E086-CAB5-C1C5-0188C5704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94C68-4A32-925A-C8CB-345BA4161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323F8-2C4E-70E6-E6CE-334C5EA29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A7E4B-6E3B-4859-B016-9833E8FD7E2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CBE2B-1A16-CA77-FD26-E9A0455B2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EA014-A338-7A3E-0FA4-27D155268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40FF4-3C29-4ADD-87CA-14DD8C018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80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2A3314-CA35-9935-9D0B-B9696E473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1D0E4-49F4-145F-5583-F04E64126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42BE3-3670-ABE7-6F6F-2AA817D40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A7E4B-6E3B-4859-B016-9833E8FD7E2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702E1-6560-4DE7-AED2-BD2CAD3C0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85B56-B3D6-4BF6-9694-F3C8121E9C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340FF4-3C29-4ADD-87CA-14DD8C018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32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learn/llm-course/chapter7/4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0B9F17-BCEB-7F84-58BE-8E760C987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Fine-Tuning Machine Translation Models to Mitigate Error in Japanese -&gt; English Translation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84484-C717-5552-4BA2-AAF4ADE7DA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Computer Science Capstone Proposal</a:t>
            </a:r>
          </a:p>
          <a:p>
            <a:r>
              <a:rPr lang="en-US" sz="2200">
                <a:solidFill>
                  <a:srgbClr val="FFFFFF"/>
                </a:solidFill>
              </a:rPr>
              <a:t>Rhys Cabot</a:t>
            </a:r>
          </a:p>
        </p:txBody>
      </p:sp>
    </p:spTree>
    <p:extLst>
      <p:ext uri="{BB962C8B-B14F-4D97-AF65-F5344CB8AC3E}">
        <p14:creationId xmlns:p14="http://schemas.microsoft.com/office/powerpoint/2010/main" val="1431818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10978B-2291-1A73-CCB2-DEBCE6566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FC557-B664-48ED-C674-1DC36639A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0287" y="649480"/>
            <a:ext cx="6013919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Machine translation is abundant in the translation field</a:t>
            </a:r>
          </a:p>
          <a:p>
            <a:pPr lvl="1"/>
            <a:r>
              <a:rPr lang="en-US" sz="2000" dirty="0"/>
              <a:t>Some translators remark how the field has steadily morphed into MTPE</a:t>
            </a:r>
          </a:p>
          <a:p>
            <a:r>
              <a:rPr lang="en-US" sz="2000" dirty="0"/>
              <a:t>Machine translation makes the field slightly more accessible and makes work faster</a:t>
            </a:r>
          </a:p>
          <a:p>
            <a:r>
              <a:rPr lang="en-US" sz="2000" dirty="0"/>
              <a:t>Inherently less precise than a fully human-made translation</a:t>
            </a:r>
          </a:p>
          <a:p>
            <a:r>
              <a:rPr lang="en-US" sz="2000" dirty="0"/>
              <a:t>Lacks context for the text being translated</a:t>
            </a:r>
          </a:p>
          <a:p>
            <a:r>
              <a:rPr lang="en-US" sz="2000" dirty="0"/>
              <a:t>Sometimes ignores translation fundamentals like simplification</a:t>
            </a:r>
          </a:p>
        </p:txBody>
      </p:sp>
    </p:spTree>
    <p:extLst>
      <p:ext uri="{BB962C8B-B14F-4D97-AF65-F5344CB8AC3E}">
        <p14:creationId xmlns:p14="http://schemas.microsoft.com/office/powerpoint/2010/main" val="127390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D01A93-D1AD-BD4F-0562-F572D40B9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Positioning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FD67E5-E3B4-A432-6C6E-CF60EF8B2C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841108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7128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DF014-785A-E3E9-AEF0-A176D3866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114A5-777F-D46E-B820-400FBA3D4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Train a machine translation model on Corpus data</a:t>
            </a:r>
          </a:p>
          <a:p>
            <a:r>
              <a:rPr lang="en-US" sz="2000"/>
              <a:t>Identify a prominent, recurring issue with the model output</a:t>
            </a:r>
          </a:p>
          <a:p>
            <a:pPr lvl="1"/>
            <a:r>
              <a:rPr lang="en-US" sz="2000"/>
              <a:t>Japanese -&gt; English text</a:t>
            </a:r>
          </a:p>
          <a:p>
            <a:r>
              <a:rPr lang="en-US" sz="2000"/>
              <a:t>Fine-tune the input data and parameters to iron out the issue, ideally removing it entirely, but a frequency reduction is solid</a:t>
            </a:r>
          </a:p>
          <a:p>
            <a:r>
              <a:rPr lang="en-US" sz="2000"/>
              <a:t>Run diagnostics before and after the fine tuning to determine if the overall translation quality improved or worsened</a:t>
            </a:r>
          </a:p>
          <a:p>
            <a:r>
              <a:rPr lang="en-US" sz="2000"/>
              <a:t>Repeat on other issues (if time allows)</a:t>
            </a:r>
          </a:p>
        </p:txBody>
      </p:sp>
    </p:spTree>
    <p:extLst>
      <p:ext uri="{BB962C8B-B14F-4D97-AF65-F5344CB8AC3E}">
        <p14:creationId xmlns:p14="http://schemas.microsoft.com/office/powerpoint/2010/main" val="3955126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7AA75-1D2E-E2A1-F559-B9F0271C0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Ok but 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33104-9C41-464B-4725-D12C663F4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This website has step-by-step instructions on how to train and evaluate a machine translation model in Python</a:t>
            </a:r>
          </a:p>
          <a:p>
            <a:pPr lvl="1"/>
            <a:r>
              <a:rPr lang="en-US" sz="2000">
                <a:hlinkClick r:id="rId2"/>
              </a:rPr>
              <a:t>https://huggingface.co/learn/llm-course/chapter7/4</a:t>
            </a:r>
            <a:endParaRPr lang="en-US" sz="2000"/>
          </a:p>
          <a:p>
            <a:r>
              <a:rPr lang="en-US" sz="2000"/>
              <a:t>Using this should provide some of the entry-level information on how to train and tune a machine translation model from scratch</a:t>
            </a:r>
          </a:p>
          <a:p>
            <a:r>
              <a:rPr lang="en-US" sz="2000"/>
              <a:t>I’ll be using corpus data to train the model, can use multiple if early results are imprecise</a:t>
            </a:r>
          </a:p>
        </p:txBody>
      </p:sp>
    </p:spTree>
    <p:extLst>
      <p:ext uri="{BB962C8B-B14F-4D97-AF65-F5344CB8AC3E}">
        <p14:creationId xmlns:p14="http://schemas.microsoft.com/office/powerpoint/2010/main" val="2833620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E5354-94E7-3214-4BFA-E32EFAF00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Testing/Measuring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9BB72-5511-9434-AE6B-AF8082FD3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Many of the papers in my references have their own methods of evaluating output that I can mirror and alter</a:t>
            </a:r>
          </a:p>
          <a:p>
            <a:r>
              <a:rPr lang="en-US" sz="2000"/>
              <a:t>Additionally, the website I mentioned before mentions a plugin for it</a:t>
            </a:r>
          </a:p>
          <a:p>
            <a:r>
              <a:rPr lang="en-US" sz="2000"/>
              <a:t>However, if we want to address the frequency of an issue, I may have to manually evaluate output data</a:t>
            </a:r>
          </a:p>
          <a:p>
            <a:pPr lvl="1"/>
            <a:r>
              <a:rPr lang="en-US" sz="2000"/>
              <a:t>Will likely have to include a large sample volume, so not ideal</a:t>
            </a:r>
          </a:p>
          <a:p>
            <a:r>
              <a:rPr lang="en-US" sz="2000"/>
              <a:t>Machine learning approach for identifying if the translation has the issue?</a:t>
            </a:r>
          </a:p>
        </p:txBody>
      </p:sp>
    </p:spTree>
    <p:extLst>
      <p:ext uri="{BB962C8B-B14F-4D97-AF65-F5344CB8AC3E}">
        <p14:creationId xmlns:p14="http://schemas.microsoft.com/office/powerpoint/2010/main" val="1239814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C2DE7-9DEC-A662-B0AE-01681CA45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Timeline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0BDA5D-065D-EA39-7714-30A92F8E39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70187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888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BACFC0-A8B4-EFEF-B68E-377FB1887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References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EBAD9A-86A5-9371-D667-E597784305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666865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7399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667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Fine-Tuning Machine Translation Models to Mitigate Error in Japanese -&gt; English Translation</vt:lpstr>
      <vt:lpstr>Introduction</vt:lpstr>
      <vt:lpstr>Positioning</vt:lpstr>
      <vt:lpstr>Objectives</vt:lpstr>
      <vt:lpstr>Ok but how?</vt:lpstr>
      <vt:lpstr>Testing/Measuring Success</vt:lpstr>
      <vt:lpstr>Timeline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Rhys Cabot</dc:creator>
  <cp:lastModifiedBy>Rhys Cabot</cp:lastModifiedBy>
  <cp:revision>3</cp:revision>
  <dcterms:created xsi:type="dcterms:W3CDTF">2025-09-25T15:16:14Z</dcterms:created>
  <dcterms:modified xsi:type="dcterms:W3CDTF">2025-09-25T20:38:30Z</dcterms:modified>
</cp:coreProperties>
</file>